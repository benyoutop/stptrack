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270" r:id="rId2"/>
  </p:sldIdLst>
  <p:sldSz cx="24384000" cy="28800425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  <a:srgbClr val="DEEBF7"/>
    <a:srgbClr val="5B80A0"/>
    <a:srgbClr val="D4E5EF"/>
    <a:srgbClr val="FFFFFF"/>
    <a:srgbClr val="EDEDED"/>
    <a:srgbClr val="A9D18E"/>
    <a:srgbClr val="F4B183"/>
    <a:srgbClr val="4472C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551" autoAdjust="0"/>
    <p:restoredTop sz="89734" autoAdjust="0"/>
  </p:normalViewPr>
  <p:slideViewPr>
    <p:cSldViewPr snapToGrid="0">
      <p:cViewPr varScale="1">
        <p:scale>
          <a:sx n="25" d="100"/>
          <a:sy n="25" d="100"/>
        </p:scale>
        <p:origin x="3336" y="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293ED-4DF7-4C3D-A2C0-005A5D9294A7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122488" y="1143000"/>
            <a:ext cx="2613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CE8CE-0BB1-4E38-828C-016ACF380CA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6275A-312B-ECB5-2B8B-4714314B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DDFA0-9F45-5651-17EB-6D94E6C84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22488" y="1143000"/>
            <a:ext cx="2613025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088D7-42C6-9E26-A02B-E35CA9CE2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C404E0-1BA9-47ED-2D4E-8007DCB55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CE8CE-0BB1-4E38-828C-016ACF380CA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1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4713405"/>
            <a:ext cx="20726400" cy="10026815"/>
          </a:xfrm>
        </p:spPr>
        <p:txBody>
          <a:bodyPr anchor="b"/>
          <a:lstStyle>
            <a:lvl1pPr algn="ctr"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15126892"/>
            <a:ext cx="18288000" cy="6953434"/>
          </a:xfrm>
        </p:spPr>
        <p:txBody>
          <a:bodyPr/>
          <a:lstStyle>
            <a:lvl1pPr marL="0" indent="0" algn="ctr">
              <a:buNone/>
              <a:defRPr sz="6400"/>
            </a:lvl1pPr>
            <a:lvl2pPr marL="1219215" indent="0" algn="ctr">
              <a:buNone/>
              <a:defRPr sz="5333"/>
            </a:lvl2pPr>
            <a:lvl3pPr marL="2438430" indent="0" algn="ctr">
              <a:buNone/>
              <a:defRPr sz="4800"/>
            </a:lvl3pPr>
            <a:lvl4pPr marL="3657646" indent="0" algn="ctr">
              <a:buNone/>
              <a:defRPr sz="4267"/>
            </a:lvl4pPr>
            <a:lvl5pPr marL="4876861" indent="0" algn="ctr">
              <a:buNone/>
              <a:defRPr sz="4267"/>
            </a:lvl5pPr>
            <a:lvl6pPr marL="6096076" indent="0" algn="ctr">
              <a:buNone/>
              <a:defRPr sz="4267"/>
            </a:lvl6pPr>
            <a:lvl7pPr marL="7315291" indent="0" algn="ctr">
              <a:buNone/>
              <a:defRPr sz="4267"/>
            </a:lvl7pPr>
            <a:lvl8pPr marL="8534507" indent="0" algn="ctr">
              <a:buNone/>
              <a:defRPr sz="4267"/>
            </a:lvl8pPr>
            <a:lvl9pPr marL="9753722" indent="0" algn="ctr">
              <a:buNone/>
              <a:defRPr sz="42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75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2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1" y="7180114"/>
            <a:ext cx="21031200" cy="11980175"/>
          </a:xfrm>
        </p:spPr>
        <p:txBody>
          <a:bodyPr anchor="b"/>
          <a:lstStyle>
            <a:lvl1pPr>
              <a:defRPr sz="1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1" y="19273626"/>
            <a:ext cx="21031200" cy="6300091"/>
          </a:xfrm>
        </p:spPr>
        <p:txBody>
          <a:bodyPr/>
          <a:lstStyle>
            <a:lvl1pPr marL="0" indent="0">
              <a:buNone/>
              <a:defRPr sz="6400">
                <a:solidFill>
                  <a:schemeClr val="tx1"/>
                </a:solidFill>
              </a:defRPr>
            </a:lvl1pPr>
            <a:lvl2pPr marL="1219215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2pPr>
            <a:lvl3pPr marL="243843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3pPr>
            <a:lvl4pPr marL="365764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4pPr>
            <a:lvl5pPr marL="487686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5pPr>
            <a:lvl6pPr marL="6096076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6pPr>
            <a:lvl7pPr marL="7315291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7pPr>
            <a:lvl8pPr marL="8534507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8pPr>
            <a:lvl9pPr marL="975372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7666780"/>
            <a:ext cx="10363200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5669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533362"/>
            <a:ext cx="21031200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9" y="7060106"/>
            <a:ext cx="10315573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9" y="10520155"/>
            <a:ext cx="1031557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7060106"/>
            <a:ext cx="10366376" cy="3460049"/>
          </a:xfrm>
        </p:spPr>
        <p:txBody>
          <a:bodyPr anchor="b"/>
          <a:lstStyle>
            <a:lvl1pPr marL="0" indent="0">
              <a:buNone/>
              <a:defRPr sz="6400" b="1"/>
            </a:lvl1pPr>
            <a:lvl2pPr marL="1219215" indent="0">
              <a:buNone/>
              <a:defRPr sz="5333" b="1"/>
            </a:lvl2pPr>
            <a:lvl3pPr marL="2438430" indent="0">
              <a:buNone/>
              <a:defRPr sz="4800" b="1"/>
            </a:lvl3pPr>
            <a:lvl4pPr marL="3657646" indent="0">
              <a:buNone/>
              <a:defRPr sz="4267" b="1"/>
            </a:lvl4pPr>
            <a:lvl5pPr marL="4876861" indent="0">
              <a:buNone/>
              <a:defRPr sz="4267" b="1"/>
            </a:lvl5pPr>
            <a:lvl6pPr marL="6096076" indent="0">
              <a:buNone/>
              <a:defRPr sz="4267" b="1"/>
            </a:lvl6pPr>
            <a:lvl7pPr marL="7315291" indent="0">
              <a:buNone/>
              <a:defRPr sz="4267" b="1"/>
            </a:lvl7pPr>
            <a:lvl8pPr marL="8534507" indent="0">
              <a:buNone/>
              <a:defRPr sz="4267" b="1"/>
            </a:lvl8pPr>
            <a:lvl9pPr marL="9753722" indent="0">
              <a:buNone/>
              <a:defRPr sz="42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10520155"/>
            <a:ext cx="10366376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0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02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88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4146734"/>
            <a:ext cx="12344400" cy="20466969"/>
          </a:xfrm>
        </p:spPr>
        <p:txBody>
          <a:bodyPr/>
          <a:lstStyle>
            <a:lvl1pPr>
              <a:defRPr sz="8533"/>
            </a:lvl1pPr>
            <a:lvl2pPr>
              <a:defRPr sz="7467"/>
            </a:lvl2pPr>
            <a:lvl3pPr>
              <a:defRPr sz="6400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865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920028"/>
            <a:ext cx="7864475" cy="6720099"/>
          </a:xfrm>
        </p:spPr>
        <p:txBody>
          <a:bodyPr anchor="b"/>
          <a:lstStyle>
            <a:lvl1pPr>
              <a:defRPr sz="853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6376" y="4146734"/>
            <a:ext cx="12344400" cy="20466969"/>
          </a:xfrm>
        </p:spPr>
        <p:txBody>
          <a:bodyPr anchor="t"/>
          <a:lstStyle>
            <a:lvl1pPr marL="0" indent="0">
              <a:buNone/>
              <a:defRPr sz="8533"/>
            </a:lvl1pPr>
            <a:lvl2pPr marL="1219215" indent="0">
              <a:buNone/>
              <a:defRPr sz="7467"/>
            </a:lvl2pPr>
            <a:lvl3pPr marL="2438430" indent="0">
              <a:buNone/>
              <a:defRPr sz="6400"/>
            </a:lvl3pPr>
            <a:lvl4pPr marL="3657646" indent="0">
              <a:buNone/>
              <a:defRPr sz="5333"/>
            </a:lvl4pPr>
            <a:lvl5pPr marL="4876861" indent="0">
              <a:buNone/>
              <a:defRPr sz="5333"/>
            </a:lvl5pPr>
            <a:lvl6pPr marL="6096076" indent="0">
              <a:buNone/>
              <a:defRPr sz="5333"/>
            </a:lvl6pPr>
            <a:lvl7pPr marL="7315291" indent="0">
              <a:buNone/>
              <a:defRPr sz="5333"/>
            </a:lvl7pPr>
            <a:lvl8pPr marL="8534507" indent="0">
              <a:buNone/>
              <a:defRPr sz="5333"/>
            </a:lvl8pPr>
            <a:lvl9pPr marL="9753722" indent="0">
              <a:buNone/>
              <a:defRPr sz="53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8640127"/>
            <a:ext cx="7864475" cy="16006905"/>
          </a:xfrm>
        </p:spPr>
        <p:txBody>
          <a:bodyPr/>
          <a:lstStyle>
            <a:lvl1pPr marL="0" indent="0">
              <a:buNone/>
              <a:defRPr sz="4267"/>
            </a:lvl1pPr>
            <a:lvl2pPr marL="1219215" indent="0">
              <a:buNone/>
              <a:defRPr sz="3733"/>
            </a:lvl2pPr>
            <a:lvl3pPr marL="2438430" indent="0">
              <a:buNone/>
              <a:defRPr sz="3200"/>
            </a:lvl3pPr>
            <a:lvl4pPr marL="3657646" indent="0">
              <a:buNone/>
              <a:defRPr sz="2667"/>
            </a:lvl4pPr>
            <a:lvl5pPr marL="4876861" indent="0">
              <a:buNone/>
              <a:defRPr sz="2667"/>
            </a:lvl5pPr>
            <a:lvl6pPr marL="6096076" indent="0">
              <a:buNone/>
              <a:defRPr sz="2667"/>
            </a:lvl6pPr>
            <a:lvl7pPr marL="7315291" indent="0">
              <a:buNone/>
              <a:defRPr sz="2667"/>
            </a:lvl7pPr>
            <a:lvl8pPr marL="8534507" indent="0">
              <a:buNone/>
              <a:defRPr sz="2667"/>
            </a:lvl8pPr>
            <a:lvl9pPr marL="9753722" indent="0">
              <a:buNone/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45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90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1" y="1533356"/>
            <a:ext cx="5257800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1" y="1533356"/>
            <a:ext cx="15468600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6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1533362"/>
            <a:ext cx="21031200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7666780"/>
            <a:ext cx="21031200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65B3D-C74E-4173-9A26-E2F82DAF3CB5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26693734"/>
            <a:ext cx="82296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26693734"/>
            <a:ext cx="5486400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72B84-AEAF-4856-AF6A-DCE92C04C7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09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438430" rtl="0" eaLnBrk="1" latinLnBrk="0" hangingPunct="1">
        <a:lnSpc>
          <a:spcPct val="90000"/>
        </a:lnSpc>
        <a:spcBef>
          <a:spcPct val="0"/>
        </a:spcBef>
        <a:buNone/>
        <a:defRPr sz="1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608" indent="-609608" algn="l" defTabSz="2438430" rtl="0" eaLnBrk="1" latinLnBrk="0" hangingPunct="1">
        <a:lnSpc>
          <a:spcPct val="90000"/>
        </a:lnSpc>
        <a:spcBef>
          <a:spcPts val="2667"/>
        </a:spcBef>
        <a:buFont typeface="Arial" panose="020B0604020202020204" pitchFamily="34" charset="0"/>
        <a:buChar char="•"/>
        <a:defRPr sz="7467" kern="1200">
          <a:solidFill>
            <a:schemeClr val="tx1"/>
          </a:solidFill>
          <a:latin typeface="+mn-lt"/>
          <a:ea typeface="+mn-ea"/>
          <a:cs typeface="+mn-cs"/>
        </a:defRPr>
      </a:lvl1pPr>
      <a:lvl2pPr marL="182882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2pPr>
      <a:lvl3pPr marL="3048038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3pPr>
      <a:lvl4pPr marL="4267253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70568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924899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114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10363330" indent="-609608" algn="l" defTabSz="243843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38430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5764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7686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96076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315291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534507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753722" algn="l" defTabSz="243843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tags" Target="../tags/tag4.xml"/><Relationship Id="rId7" Type="http://schemas.openxmlformats.org/officeDocument/2006/relationships/image" Target="../media/image11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14.png"/><Relationship Id="rId4" Type="http://schemas.openxmlformats.org/officeDocument/2006/relationships/tags" Target="../tags/tag5.xml"/><Relationship Id="rId9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55E3D-00D1-FDB0-7949-7B6FD09F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DE8F6B6D-74A8-EC76-CD64-CC420561412C}"/>
              </a:ext>
            </a:extLst>
          </p:cNvPr>
          <p:cNvSpPr/>
          <p:nvPr/>
        </p:nvSpPr>
        <p:spPr>
          <a:xfrm>
            <a:off x="4114800" y="10907282"/>
            <a:ext cx="14262100" cy="3723118"/>
          </a:xfrm>
          <a:prstGeom prst="roundRect">
            <a:avLst>
              <a:gd name="adj" fmla="val 11537"/>
            </a:avLst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2F6A3FE8-F2DF-A047-5C2F-3C2E1F3010D2}"/>
              </a:ext>
            </a:extLst>
          </p:cNvPr>
          <p:cNvSpPr/>
          <p:nvPr/>
        </p:nvSpPr>
        <p:spPr>
          <a:xfrm>
            <a:off x="17411937" y="11957729"/>
            <a:ext cx="863600" cy="111701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72" name="直接箭头连接符 1171">
            <a:extLst>
              <a:ext uri="{FF2B5EF4-FFF2-40B4-BE49-F238E27FC236}">
                <a16:creationId xmlns:a16="http://schemas.microsoft.com/office/drawing/2014/main" id="{E24576AB-1E99-6536-6A9F-29F45EEAEFF0}"/>
              </a:ext>
            </a:extLst>
          </p:cNvPr>
          <p:cNvCxnSpPr>
            <a:cxnSpLocks/>
            <a:endCxn id="1082" idx="1"/>
          </p:cNvCxnSpPr>
          <p:nvPr>
            <p:custDataLst>
              <p:tags r:id="rId1"/>
            </p:custDataLst>
          </p:nvPr>
        </p:nvCxnSpPr>
        <p:spPr>
          <a:xfrm flipV="1">
            <a:off x="10282006" y="12516083"/>
            <a:ext cx="52654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2" name="矩形: 圆角 1081">
            <a:extLst>
              <a:ext uri="{FF2B5EF4-FFF2-40B4-BE49-F238E27FC236}">
                <a16:creationId xmlns:a16="http://schemas.microsoft.com/office/drawing/2014/main" id="{0AAA6620-2517-7FB3-D8BA-0DF0C2252BCB}"/>
              </a:ext>
            </a:extLst>
          </p:cNvPr>
          <p:cNvSpPr/>
          <p:nvPr/>
        </p:nvSpPr>
        <p:spPr>
          <a:xfrm>
            <a:off x="10808554" y="12120138"/>
            <a:ext cx="1687116" cy="79189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175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Prior Box</a:t>
            </a:r>
            <a:endParaRPr lang="zh-CN" altLang="en-US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750D89C1-2A8B-C1F7-5461-8864768C9CC2}"/>
                  </a:ext>
                </a:extLst>
              </p:cNvPr>
              <p:cNvSpPr/>
              <p:nvPr/>
            </p:nvSpPr>
            <p:spPr>
              <a:xfrm>
                <a:off x="7579880" y="13800460"/>
                <a:ext cx="1523695" cy="547364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矩形: 圆角 29">
                <a:extLst>
                  <a:ext uri="{FF2B5EF4-FFF2-40B4-BE49-F238E27FC236}">
                    <a16:creationId xmlns:a16="http://schemas.microsoft.com/office/drawing/2014/main" id="{750D89C1-2A8B-C1F7-5461-8864768C9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880" y="13800460"/>
                <a:ext cx="1523695" cy="54736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3FD3AA-E033-BA18-7B8F-F16B84BCF899}"/>
              </a:ext>
            </a:extLst>
          </p:cNvPr>
          <p:cNvSpPr/>
          <p:nvPr/>
        </p:nvSpPr>
        <p:spPr>
          <a:xfrm>
            <a:off x="4212609" y="12064157"/>
            <a:ext cx="1664314" cy="884744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Prediction Head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BE4A3B6-2705-03E4-17C9-1628D110272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451" y="11415152"/>
            <a:ext cx="3880555" cy="218281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16EA098-6AA4-186D-5137-864E6354E69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0618" y="11413487"/>
            <a:ext cx="3886371" cy="2186084"/>
          </a:xfrm>
          <a:prstGeom prst="rect">
            <a:avLst/>
          </a:prstGeom>
        </p:spPr>
      </p:pic>
      <p:grpSp>
        <p:nvGrpSpPr>
          <p:cNvPr id="46" name="组合 45">
            <a:extLst>
              <a:ext uri="{FF2B5EF4-FFF2-40B4-BE49-F238E27FC236}">
                <a16:creationId xmlns:a16="http://schemas.microsoft.com/office/drawing/2014/main" id="{B8140F9C-1E08-0227-40AD-2A12C3552F9C}"/>
              </a:ext>
            </a:extLst>
          </p:cNvPr>
          <p:cNvGrpSpPr/>
          <p:nvPr/>
        </p:nvGrpSpPr>
        <p:grpSpPr>
          <a:xfrm>
            <a:off x="17548851" y="12118420"/>
            <a:ext cx="576849" cy="790608"/>
            <a:chOff x="7029935" y="2415021"/>
            <a:chExt cx="576849" cy="790608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ABFD3221-A9E0-91F1-00FD-1D0196434992}"/>
                </a:ext>
              </a:extLst>
            </p:cNvPr>
            <p:cNvSpPr/>
            <p:nvPr/>
          </p:nvSpPr>
          <p:spPr>
            <a:xfrm rot="5400000">
              <a:off x="7156333" y="2755180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矩形: 圆角 47">
              <a:extLst>
                <a:ext uri="{FF2B5EF4-FFF2-40B4-BE49-F238E27FC236}">
                  <a16:creationId xmlns:a16="http://schemas.microsoft.com/office/drawing/2014/main" id="{BA0AD5DE-367F-1920-7516-E111CB638381}"/>
                </a:ext>
              </a:extLst>
            </p:cNvPr>
            <p:cNvSpPr/>
            <p:nvPr/>
          </p:nvSpPr>
          <p:spPr>
            <a:xfrm rot="5400000">
              <a:off x="7156334" y="2288623"/>
              <a:ext cx="324051" cy="576848"/>
            </a:xfrm>
            <a:prstGeom prst="roundRect">
              <a:avLst>
                <a:gd name="adj" fmla="val 32667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accent5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EFEA762D-6A57-C0E5-5101-6BCA4436A1CD}"/>
                  </a:ext>
                </a:extLst>
              </p:cNvPr>
              <p:cNvSpPr/>
              <p:nvPr/>
            </p:nvSpPr>
            <p:spPr>
              <a:xfrm>
                <a:off x="14191955" y="13800460"/>
                <a:ext cx="1523695" cy="547364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</m:oMath>
                  </m:oMathPara>
                </a14:m>
                <a:endParaRPr lang="zh-CN" altLang="en-US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矩形: 圆角 49">
                <a:extLst>
                  <a:ext uri="{FF2B5EF4-FFF2-40B4-BE49-F238E27FC236}">
                    <a16:creationId xmlns:a16="http://schemas.microsoft.com/office/drawing/2014/main" id="{EFEA762D-6A57-C0E5-5101-6BCA4436A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1955" y="13800460"/>
                <a:ext cx="1523695" cy="54736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B597B52-5B56-4A20-AB49-90E614E0BA9E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V="1">
            <a:off x="5899725" y="12516054"/>
            <a:ext cx="52654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A29EFC-58B6-477B-8E75-23CE74689515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V="1">
            <a:off x="12495670" y="12516054"/>
            <a:ext cx="52654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BACAFE6A-ED39-4140-B9CC-BACAFA905AD7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 flipV="1">
            <a:off x="16901027" y="12506527"/>
            <a:ext cx="526548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7343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RhNmUyYzQxMGJmYWZiZTBkOGNjNDhiNzE4MGZlMz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1920</TotalTime>
  <Words>9</Words>
  <Application>Microsoft Office PowerPoint</Application>
  <PresentationFormat>自定义</PresentationFormat>
  <Paragraphs>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根文 房</dc:creator>
  <cp:lastModifiedBy>Windows User</cp:lastModifiedBy>
  <cp:revision>89</cp:revision>
  <dcterms:created xsi:type="dcterms:W3CDTF">2023-12-26T06:54:00Z</dcterms:created>
  <dcterms:modified xsi:type="dcterms:W3CDTF">2026-08-17T14:23:41Z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52D4667CDE9A422E8EC0004F48E99AE1_12</vt:lpwstr>
  </property>
  <property fmtid="{D5CDD505-2E9C-101B-9397-08002B2CF9AE}" pid="3" name="KSOProductBuildVer">
    <vt:lpwstr>2052-12.1.0.16729</vt:lpwstr>
  </property>
</Properties>
</file>