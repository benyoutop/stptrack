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0" r:id="rId1"/>
  </p:sldMasterIdLst>
  <p:notesMasterIdLst>
    <p:notesMasterId r:id="rId3"/>
  </p:notesMasterIdLst>
  <p:sldIdLst>
    <p:sldId id="271" r:id="rId2"/>
  </p:sldIdLst>
  <p:sldSz cx="24384000" cy="28800425"/>
  <p:notesSz cx="6858000" cy="9144000"/>
  <p:custDataLst>
    <p:tags r:id="rId4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F4E79"/>
    <a:srgbClr val="DEEBF7"/>
    <a:srgbClr val="5B80A0"/>
    <a:srgbClr val="D4E5EF"/>
    <a:srgbClr val="FFFFFF"/>
    <a:srgbClr val="EDEDED"/>
    <a:srgbClr val="A9D18E"/>
    <a:srgbClr val="F4B183"/>
    <a:srgbClr val="4472C4"/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7551" autoAdjust="0"/>
    <p:restoredTop sz="89734" autoAdjust="0"/>
  </p:normalViewPr>
  <p:slideViewPr>
    <p:cSldViewPr snapToGrid="0">
      <p:cViewPr varScale="1">
        <p:scale>
          <a:sx n="25" d="100"/>
          <a:sy n="25" d="100"/>
        </p:scale>
        <p:origin x="3336" y="30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tags" Target="tags/tag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C9293ED-4DF7-4C3D-A2C0-005A5D9294A7}" type="datetimeFigureOut">
              <a:rPr lang="zh-CN" altLang="en-US" smtClean="0"/>
              <a:t>2026/8/17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2122488" y="1143000"/>
            <a:ext cx="26130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AFCE8CE-0BB1-4E38-828C-016ACF380CA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18288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914400" algn="l" defTabSz="18288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828800" algn="l" defTabSz="18288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2743200" algn="l" defTabSz="18288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3657600" algn="l" defTabSz="18288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4572000" algn="l" defTabSz="18288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5486400" algn="l" defTabSz="18288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6400800" algn="l" defTabSz="18288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7315200" algn="l" defTabSz="18288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56275A-312B-ECB5-2B8B-4714314B3E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506DDFA0-9F45-5651-17EB-6D94E6C840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122488" y="1143000"/>
            <a:ext cx="2613025" cy="3086100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6A088D7-42C6-9E26-A02B-E35CA9CE21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AC404E0-1BA9-47ED-2D4E-8007DCB55B7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FCE8CE-0BB1-4E38-828C-016ACF380CA1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39729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28800" y="4713405"/>
            <a:ext cx="20726400" cy="10026815"/>
          </a:xfrm>
        </p:spPr>
        <p:txBody>
          <a:bodyPr anchor="b"/>
          <a:lstStyle>
            <a:lvl1pPr algn="ctr">
              <a:defRPr sz="1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048000" y="15126892"/>
            <a:ext cx="18288000" cy="6953434"/>
          </a:xfrm>
        </p:spPr>
        <p:txBody>
          <a:bodyPr/>
          <a:lstStyle>
            <a:lvl1pPr marL="0" indent="0" algn="ctr">
              <a:buNone/>
              <a:defRPr sz="6400"/>
            </a:lvl1pPr>
            <a:lvl2pPr marL="1219215" indent="0" algn="ctr">
              <a:buNone/>
              <a:defRPr sz="5333"/>
            </a:lvl2pPr>
            <a:lvl3pPr marL="2438430" indent="0" algn="ctr">
              <a:buNone/>
              <a:defRPr sz="4800"/>
            </a:lvl3pPr>
            <a:lvl4pPr marL="3657646" indent="0" algn="ctr">
              <a:buNone/>
              <a:defRPr sz="4267"/>
            </a:lvl4pPr>
            <a:lvl5pPr marL="4876861" indent="0" algn="ctr">
              <a:buNone/>
              <a:defRPr sz="4267"/>
            </a:lvl5pPr>
            <a:lvl6pPr marL="6096076" indent="0" algn="ctr">
              <a:buNone/>
              <a:defRPr sz="4267"/>
            </a:lvl6pPr>
            <a:lvl7pPr marL="7315291" indent="0" algn="ctr">
              <a:buNone/>
              <a:defRPr sz="4267"/>
            </a:lvl7pPr>
            <a:lvl8pPr marL="8534507" indent="0" algn="ctr">
              <a:buNone/>
              <a:defRPr sz="4267"/>
            </a:lvl8pPr>
            <a:lvl9pPr marL="9753722" indent="0" algn="ctr">
              <a:buNone/>
              <a:defRPr sz="4267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765B3D-C74E-4173-9A26-E2F82DAF3CB5}" type="datetimeFigureOut">
              <a:rPr lang="zh-CN" altLang="en-US" smtClean="0"/>
              <a:t>2026/8/17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372B84-AEAF-4856-AF6A-DCE92C04C74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257590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765B3D-C74E-4173-9A26-E2F82DAF3CB5}" type="datetimeFigureOut">
              <a:rPr lang="zh-CN" altLang="en-US" smtClean="0"/>
              <a:t>2026/8/17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372B84-AEAF-4856-AF6A-DCE92C04C74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94241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63701" y="7180114"/>
            <a:ext cx="21031200" cy="11980175"/>
          </a:xfrm>
        </p:spPr>
        <p:txBody>
          <a:bodyPr anchor="b"/>
          <a:lstStyle>
            <a:lvl1pPr>
              <a:defRPr sz="1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63701" y="19273626"/>
            <a:ext cx="21031200" cy="6300091"/>
          </a:xfrm>
        </p:spPr>
        <p:txBody>
          <a:bodyPr/>
          <a:lstStyle>
            <a:lvl1pPr marL="0" indent="0">
              <a:buNone/>
              <a:defRPr sz="6400">
                <a:solidFill>
                  <a:schemeClr val="tx1"/>
                </a:solidFill>
              </a:defRPr>
            </a:lvl1pPr>
            <a:lvl2pPr marL="1219215" indent="0">
              <a:buNone/>
              <a:defRPr sz="5333">
                <a:solidFill>
                  <a:schemeClr val="tx1">
                    <a:tint val="75000"/>
                  </a:schemeClr>
                </a:solidFill>
              </a:defRPr>
            </a:lvl2pPr>
            <a:lvl3pPr marL="2438430" indent="0"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3pPr>
            <a:lvl4pPr marL="3657646" indent="0">
              <a:buNone/>
              <a:defRPr sz="4267">
                <a:solidFill>
                  <a:schemeClr val="tx1">
                    <a:tint val="75000"/>
                  </a:schemeClr>
                </a:solidFill>
              </a:defRPr>
            </a:lvl4pPr>
            <a:lvl5pPr marL="4876861" indent="0">
              <a:buNone/>
              <a:defRPr sz="4267">
                <a:solidFill>
                  <a:schemeClr val="tx1">
                    <a:tint val="75000"/>
                  </a:schemeClr>
                </a:solidFill>
              </a:defRPr>
            </a:lvl5pPr>
            <a:lvl6pPr marL="6096076" indent="0">
              <a:buNone/>
              <a:defRPr sz="4267">
                <a:solidFill>
                  <a:schemeClr val="tx1">
                    <a:tint val="75000"/>
                  </a:schemeClr>
                </a:solidFill>
              </a:defRPr>
            </a:lvl6pPr>
            <a:lvl7pPr marL="7315291" indent="0">
              <a:buNone/>
              <a:defRPr sz="4267">
                <a:solidFill>
                  <a:schemeClr val="tx1">
                    <a:tint val="75000"/>
                  </a:schemeClr>
                </a:solidFill>
              </a:defRPr>
            </a:lvl7pPr>
            <a:lvl8pPr marL="8534507" indent="0">
              <a:buNone/>
              <a:defRPr sz="4267">
                <a:solidFill>
                  <a:schemeClr val="tx1">
                    <a:tint val="75000"/>
                  </a:schemeClr>
                </a:solidFill>
              </a:defRPr>
            </a:lvl8pPr>
            <a:lvl9pPr marL="9753722" indent="0">
              <a:buNone/>
              <a:defRPr sz="42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765B3D-C74E-4173-9A26-E2F82DAF3CB5}" type="datetimeFigureOut">
              <a:rPr lang="zh-CN" altLang="en-US" smtClean="0"/>
              <a:t>2026/8/17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372B84-AEAF-4856-AF6A-DCE92C04C74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319316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676400" y="7666780"/>
            <a:ext cx="10363200" cy="1827360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344400" y="7666780"/>
            <a:ext cx="10363200" cy="1827360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765B3D-C74E-4173-9A26-E2F82DAF3CB5}" type="datetimeFigureOut">
              <a:rPr lang="zh-CN" altLang="en-US" smtClean="0"/>
              <a:t>2026/8/17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372B84-AEAF-4856-AF6A-DCE92C04C74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956698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9576" y="1533362"/>
            <a:ext cx="21031200" cy="5566751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79579" y="7060106"/>
            <a:ext cx="10315573" cy="3460049"/>
          </a:xfrm>
        </p:spPr>
        <p:txBody>
          <a:bodyPr anchor="b"/>
          <a:lstStyle>
            <a:lvl1pPr marL="0" indent="0">
              <a:buNone/>
              <a:defRPr sz="6400" b="1"/>
            </a:lvl1pPr>
            <a:lvl2pPr marL="1219215" indent="0">
              <a:buNone/>
              <a:defRPr sz="5333" b="1"/>
            </a:lvl2pPr>
            <a:lvl3pPr marL="2438430" indent="0">
              <a:buNone/>
              <a:defRPr sz="4800" b="1"/>
            </a:lvl3pPr>
            <a:lvl4pPr marL="3657646" indent="0">
              <a:buNone/>
              <a:defRPr sz="4267" b="1"/>
            </a:lvl4pPr>
            <a:lvl5pPr marL="4876861" indent="0">
              <a:buNone/>
              <a:defRPr sz="4267" b="1"/>
            </a:lvl5pPr>
            <a:lvl6pPr marL="6096076" indent="0">
              <a:buNone/>
              <a:defRPr sz="4267" b="1"/>
            </a:lvl6pPr>
            <a:lvl7pPr marL="7315291" indent="0">
              <a:buNone/>
              <a:defRPr sz="4267" b="1"/>
            </a:lvl7pPr>
            <a:lvl8pPr marL="8534507" indent="0">
              <a:buNone/>
              <a:defRPr sz="4267" b="1"/>
            </a:lvl8pPr>
            <a:lvl9pPr marL="9753722" indent="0">
              <a:buNone/>
              <a:defRPr sz="4267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679579" y="10520155"/>
            <a:ext cx="10315573" cy="1547356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2344401" y="7060106"/>
            <a:ext cx="10366376" cy="3460049"/>
          </a:xfrm>
        </p:spPr>
        <p:txBody>
          <a:bodyPr anchor="b"/>
          <a:lstStyle>
            <a:lvl1pPr marL="0" indent="0">
              <a:buNone/>
              <a:defRPr sz="6400" b="1"/>
            </a:lvl1pPr>
            <a:lvl2pPr marL="1219215" indent="0">
              <a:buNone/>
              <a:defRPr sz="5333" b="1"/>
            </a:lvl2pPr>
            <a:lvl3pPr marL="2438430" indent="0">
              <a:buNone/>
              <a:defRPr sz="4800" b="1"/>
            </a:lvl3pPr>
            <a:lvl4pPr marL="3657646" indent="0">
              <a:buNone/>
              <a:defRPr sz="4267" b="1"/>
            </a:lvl4pPr>
            <a:lvl5pPr marL="4876861" indent="0">
              <a:buNone/>
              <a:defRPr sz="4267" b="1"/>
            </a:lvl5pPr>
            <a:lvl6pPr marL="6096076" indent="0">
              <a:buNone/>
              <a:defRPr sz="4267" b="1"/>
            </a:lvl6pPr>
            <a:lvl7pPr marL="7315291" indent="0">
              <a:buNone/>
              <a:defRPr sz="4267" b="1"/>
            </a:lvl7pPr>
            <a:lvl8pPr marL="8534507" indent="0">
              <a:buNone/>
              <a:defRPr sz="4267" b="1"/>
            </a:lvl8pPr>
            <a:lvl9pPr marL="9753722" indent="0">
              <a:buNone/>
              <a:defRPr sz="4267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2344401" y="10520155"/>
            <a:ext cx="10366376" cy="1547356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765B3D-C74E-4173-9A26-E2F82DAF3CB5}" type="datetimeFigureOut">
              <a:rPr lang="zh-CN" altLang="en-US" smtClean="0"/>
              <a:t>2026/8/17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372B84-AEAF-4856-AF6A-DCE92C04C74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930746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765B3D-C74E-4173-9A26-E2F82DAF3CB5}" type="datetimeFigureOut">
              <a:rPr lang="zh-CN" altLang="en-US" smtClean="0"/>
              <a:t>2026/8/17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372B84-AEAF-4856-AF6A-DCE92C04C74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011028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765B3D-C74E-4173-9A26-E2F82DAF3CB5}" type="datetimeFigureOut">
              <a:rPr lang="zh-CN" altLang="en-US" smtClean="0"/>
              <a:t>2026/8/17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372B84-AEAF-4856-AF6A-DCE92C04C74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108804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9576" y="1920028"/>
            <a:ext cx="7864475" cy="6720099"/>
          </a:xfrm>
        </p:spPr>
        <p:txBody>
          <a:bodyPr anchor="b"/>
          <a:lstStyle>
            <a:lvl1pPr>
              <a:defRPr sz="8533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366376" y="4146734"/>
            <a:ext cx="12344400" cy="20466969"/>
          </a:xfrm>
        </p:spPr>
        <p:txBody>
          <a:bodyPr/>
          <a:lstStyle>
            <a:lvl1pPr>
              <a:defRPr sz="8533"/>
            </a:lvl1pPr>
            <a:lvl2pPr>
              <a:defRPr sz="7467"/>
            </a:lvl2pPr>
            <a:lvl3pPr>
              <a:defRPr sz="6400"/>
            </a:lvl3pPr>
            <a:lvl4pPr>
              <a:defRPr sz="5333"/>
            </a:lvl4pPr>
            <a:lvl5pPr>
              <a:defRPr sz="5333"/>
            </a:lvl5pPr>
            <a:lvl6pPr>
              <a:defRPr sz="5333"/>
            </a:lvl6pPr>
            <a:lvl7pPr>
              <a:defRPr sz="5333"/>
            </a:lvl7pPr>
            <a:lvl8pPr>
              <a:defRPr sz="5333"/>
            </a:lvl8pPr>
            <a:lvl9pPr>
              <a:defRPr sz="5333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79576" y="8640127"/>
            <a:ext cx="7864475" cy="16006905"/>
          </a:xfrm>
        </p:spPr>
        <p:txBody>
          <a:bodyPr/>
          <a:lstStyle>
            <a:lvl1pPr marL="0" indent="0">
              <a:buNone/>
              <a:defRPr sz="4267"/>
            </a:lvl1pPr>
            <a:lvl2pPr marL="1219215" indent="0">
              <a:buNone/>
              <a:defRPr sz="3733"/>
            </a:lvl2pPr>
            <a:lvl3pPr marL="2438430" indent="0">
              <a:buNone/>
              <a:defRPr sz="3200"/>
            </a:lvl3pPr>
            <a:lvl4pPr marL="3657646" indent="0">
              <a:buNone/>
              <a:defRPr sz="2667"/>
            </a:lvl4pPr>
            <a:lvl5pPr marL="4876861" indent="0">
              <a:buNone/>
              <a:defRPr sz="2667"/>
            </a:lvl5pPr>
            <a:lvl6pPr marL="6096076" indent="0">
              <a:buNone/>
              <a:defRPr sz="2667"/>
            </a:lvl6pPr>
            <a:lvl7pPr marL="7315291" indent="0">
              <a:buNone/>
              <a:defRPr sz="2667"/>
            </a:lvl7pPr>
            <a:lvl8pPr marL="8534507" indent="0">
              <a:buNone/>
              <a:defRPr sz="2667"/>
            </a:lvl8pPr>
            <a:lvl9pPr marL="9753722" indent="0">
              <a:buNone/>
              <a:defRPr sz="2667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765B3D-C74E-4173-9A26-E2F82DAF3CB5}" type="datetimeFigureOut">
              <a:rPr lang="zh-CN" altLang="en-US" smtClean="0"/>
              <a:t>2026/8/17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372B84-AEAF-4856-AF6A-DCE92C04C74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928655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9576" y="1920028"/>
            <a:ext cx="7864475" cy="6720099"/>
          </a:xfrm>
        </p:spPr>
        <p:txBody>
          <a:bodyPr anchor="b"/>
          <a:lstStyle>
            <a:lvl1pPr>
              <a:defRPr sz="8533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366376" y="4146734"/>
            <a:ext cx="12344400" cy="20466969"/>
          </a:xfrm>
        </p:spPr>
        <p:txBody>
          <a:bodyPr anchor="t"/>
          <a:lstStyle>
            <a:lvl1pPr marL="0" indent="0">
              <a:buNone/>
              <a:defRPr sz="8533"/>
            </a:lvl1pPr>
            <a:lvl2pPr marL="1219215" indent="0">
              <a:buNone/>
              <a:defRPr sz="7467"/>
            </a:lvl2pPr>
            <a:lvl3pPr marL="2438430" indent="0">
              <a:buNone/>
              <a:defRPr sz="6400"/>
            </a:lvl3pPr>
            <a:lvl4pPr marL="3657646" indent="0">
              <a:buNone/>
              <a:defRPr sz="5333"/>
            </a:lvl4pPr>
            <a:lvl5pPr marL="4876861" indent="0">
              <a:buNone/>
              <a:defRPr sz="5333"/>
            </a:lvl5pPr>
            <a:lvl6pPr marL="6096076" indent="0">
              <a:buNone/>
              <a:defRPr sz="5333"/>
            </a:lvl6pPr>
            <a:lvl7pPr marL="7315291" indent="0">
              <a:buNone/>
              <a:defRPr sz="5333"/>
            </a:lvl7pPr>
            <a:lvl8pPr marL="8534507" indent="0">
              <a:buNone/>
              <a:defRPr sz="5333"/>
            </a:lvl8pPr>
            <a:lvl9pPr marL="9753722" indent="0">
              <a:buNone/>
              <a:defRPr sz="5333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79576" y="8640127"/>
            <a:ext cx="7864475" cy="16006905"/>
          </a:xfrm>
        </p:spPr>
        <p:txBody>
          <a:bodyPr/>
          <a:lstStyle>
            <a:lvl1pPr marL="0" indent="0">
              <a:buNone/>
              <a:defRPr sz="4267"/>
            </a:lvl1pPr>
            <a:lvl2pPr marL="1219215" indent="0">
              <a:buNone/>
              <a:defRPr sz="3733"/>
            </a:lvl2pPr>
            <a:lvl3pPr marL="2438430" indent="0">
              <a:buNone/>
              <a:defRPr sz="3200"/>
            </a:lvl3pPr>
            <a:lvl4pPr marL="3657646" indent="0">
              <a:buNone/>
              <a:defRPr sz="2667"/>
            </a:lvl4pPr>
            <a:lvl5pPr marL="4876861" indent="0">
              <a:buNone/>
              <a:defRPr sz="2667"/>
            </a:lvl5pPr>
            <a:lvl6pPr marL="6096076" indent="0">
              <a:buNone/>
              <a:defRPr sz="2667"/>
            </a:lvl6pPr>
            <a:lvl7pPr marL="7315291" indent="0">
              <a:buNone/>
              <a:defRPr sz="2667"/>
            </a:lvl7pPr>
            <a:lvl8pPr marL="8534507" indent="0">
              <a:buNone/>
              <a:defRPr sz="2667"/>
            </a:lvl8pPr>
            <a:lvl9pPr marL="9753722" indent="0">
              <a:buNone/>
              <a:defRPr sz="2667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765B3D-C74E-4173-9A26-E2F82DAF3CB5}" type="datetimeFigureOut">
              <a:rPr lang="zh-CN" altLang="en-US" smtClean="0"/>
              <a:t>2026/8/17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372B84-AEAF-4856-AF6A-DCE92C04C74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194563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765B3D-C74E-4173-9A26-E2F82DAF3CB5}" type="datetimeFigureOut">
              <a:rPr lang="zh-CN" altLang="en-US" smtClean="0"/>
              <a:t>2026/8/17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372B84-AEAF-4856-AF6A-DCE92C04C74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419077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7449801" y="1533356"/>
            <a:ext cx="5257800" cy="24407029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676401" y="1533356"/>
            <a:ext cx="15468600" cy="24407029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765B3D-C74E-4173-9A26-E2F82DAF3CB5}" type="datetimeFigureOut">
              <a:rPr lang="zh-CN" altLang="en-US" smtClean="0"/>
              <a:t>2026/8/17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372B84-AEAF-4856-AF6A-DCE92C04C74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000636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676400" y="1533362"/>
            <a:ext cx="21031200" cy="556675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76400" y="7666780"/>
            <a:ext cx="21031200" cy="1827360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676400" y="26693734"/>
            <a:ext cx="5486400" cy="15333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765B3D-C74E-4173-9A26-E2F82DAF3CB5}" type="datetimeFigureOut">
              <a:rPr lang="zh-CN" altLang="en-US" smtClean="0"/>
              <a:t>2026/8/17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077200" y="26693734"/>
            <a:ext cx="8229600" cy="15333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7221200" y="26693734"/>
            <a:ext cx="5486400" cy="15333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372B84-AEAF-4856-AF6A-DCE92C04C74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660978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2438430" rtl="0" eaLnBrk="1" latinLnBrk="0" hangingPunct="1">
        <a:lnSpc>
          <a:spcPct val="90000"/>
        </a:lnSpc>
        <a:spcBef>
          <a:spcPct val="0"/>
        </a:spcBef>
        <a:buNone/>
        <a:defRPr sz="1173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609608" indent="-609608" algn="l" defTabSz="2438430" rtl="0" eaLnBrk="1" latinLnBrk="0" hangingPunct="1">
        <a:lnSpc>
          <a:spcPct val="90000"/>
        </a:lnSpc>
        <a:spcBef>
          <a:spcPts val="2667"/>
        </a:spcBef>
        <a:buFont typeface="Arial" panose="020B0604020202020204" pitchFamily="34" charset="0"/>
        <a:buChar char="•"/>
        <a:defRPr sz="7467" kern="1200">
          <a:solidFill>
            <a:schemeClr val="tx1"/>
          </a:solidFill>
          <a:latin typeface="+mn-lt"/>
          <a:ea typeface="+mn-ea"/>
          <a:cs typeface="+mn-cs"/>
        </a:defRPr>
      </a:lvl1pPr>
      <a:lvl2pPr marL="1828823" indent="-609608" algn="l" defTabSz="2438430" rtl="0" eaLnBrk="1" latinLnBrk="0" hangingPunct="1">
        <a:lnSpc>
          <a:spcPct val="90000"/>
        </a:lnSpc>
        <a:spcBef>
          <a:spcPts val="1333"/>
        </a:spcBef>
        <a:buFont typeface="Arial" panose="020B0604020202020204" pitchFamily="34" charset="0"/>
        <a:buChar char="•"/>
        <a:defRPr sz="6400" kern="1200">
          <a:solidFill>
            <a:schemeClr val="tx1"/>
          </a:solidFill>
          <a:latin typeface="+mn-lt"/>
          <a:ea typeface="+mn-ea"/>
          <a:cs typeface="+mn-cs"/>
        </a:defRPr>
      </a:lvl2pPr>
      <a:lvl3pPr marL="3048038" indent="-609608" algn="l" defTabSz="2438430" rtl="0" eaLnBrk="1" latinLnBrk="0" hangingPunct="1">
        <a:lnSpc>
          <a:spcPct val="90000"/>
        </a:lnSpc>
        <a:spcBef>
          <a:spcPts val="1333"/>
        </a:spcBef>
        <a:buFont typeface="Arial" panose="020B0604020202020204" pitchFamily="34" charset="0"/>
        <a:buChar char="•"/>
        <a:defRPr sz="5333" kern="1200">
          <a:solidFill>
            <a:schemeClr val="tx1"/>
          </a:solidFill>
          <a:latin typeface="+mn-lt"/>
          <a:ea typeface="+mn-ea"/>
          <a:cs typeface="+mn-cs"/>
        </a:defRPr>
      </a:lvl3pPr>
      <a:lvl4pPr marL="4267253" indent="-609608" algn="l" defTabSz="2438430" rtl="0" eaLnBrk="1" latinLnBrk="0" hangingPunct="1">
        <a:lnSpc>
          <a:spcPct val="90000"/>
        </a:lnSpc>
        <a:spcBef>
          <a:spcPts val="1333"/>
        </a:spcBef>
        <a:buFont typeface="Arial" panose="020B0604020202020204" pitchFamily="34" charset="0"/>
        <a:buChar char="•"/>
        <a:defRPr sz="4800" kern="1200">
          <a:solidFill>
            <a:schemeClr val="tx1"/>
          </a:solidFill>
          <a:latin typeface="+mn-lt"/>
          <a:ea typeface="+mn-ea"/>
          <a:cs typeface="+mn-cs"/>
        </a:defRPr>
      </a:lvl4pPr>
      <a:lvl5pPr marL="5486469" indent="-609608" algn="l" defTabSz="2438430" rtl="0" eaLnBrk="1" latinLnBrk="0" hangingPunct="1">
        <a:lnSpc>
          <a:spcPct val="90000"/>
        </a:lnSpc>
        <a:spcBef>
          <a:spcPts val="1333"/>
        </a:spcBef>
        <a:buFont typeface="Arial" panose="020B0604020202020204" pitchFamily="34" charset="0"/>
        <a:buChar char="•"/>
        <a:defRPr sz="4800" kern="1200">
          <a:solidFill>
            <a:schemeClr val="tx1"/>
          </a:solidFill>
          <a:latin typeface="+mn-lt"/>
          <a:ea typeface="+mn-ea"/>
          <a:cs typeface="+mn-cs"/>
        </a:defRPr>
      </a:lvl5pPr>
      <a:lvl6pPr marL="6705684" indent="-609608" algn="l" defTabSz="2438430" rtl="0" eaLnBrk="1" latinLnBrk="0" hangingPunct="1">
        <a:lnSpc>
          <a:spcPct val="90000"/>
        </a:lnSpc>
        <a:spcBef>
          <a:spcPts val="1333"/>
        </a:spcBef>
        <a:buFont typeface="Arial" panose="020B0604020202020204" pitchFamily="34" charset="0"/>
        <a:buChar char="•"/>
        <a:defRPr sz="4800" kern="1200">
          <a:solidFill>
            <a:schemeClr val="tx1"/>
          </a:solidFill>
          <a:latin typeface="+mn-lt"/>
          <a:ea typeface="+mn-ea"/>
          <a:cs typeface="+mn-cs"/>
        </a:defRPr>
      </a:lvl6pPr>
      <a:lvl7pPr marL="7924899" indent="-609608" algn="l" defTabSz="2438430" rtl="0" eaLnBrk="1" latinLnBrk="0" hangingPunct="1">
        <a:lnSpc>
          <a:spcPct val="90000"/>
        </a:lnSpc>
        <a:spcBef>
          <a:spcPts val="1333"/>
        </a:spcBef>
        <a:buFont typeface="Arial" panose="020B0604020202020204" pitchFamily="34" charset="0"/>
        <a:buChar char="•"/>
        <a:defRPr sz="4800" kern="1200">
          <a:solidFill>
            <a:schemeClr val="tx1"/>
          </a:solidFill>
          <a:latin typeface="+mn-lt"/>
          <a:ea typeface="+mn-ea"/>
          <a:cs typeface="+mn-cs"/>
        </a:defRPr>
      </a:lvl7pPr>
      <a:lvl8pPr marL="9144114" indent="-609608" algn="l" defTabSz="2438430" rtl="0" eaLnBrk="1" latinLnBrk="0" hangingPunct="1">
        <a:lnSpc>
          <a:spcPct val="90000"/>
        </a:lnSpc>
        <a:spcBef>
          <a:spcPts val="1333"/>
        </a:spcBef>
        <a:buFont typeface="Arial" panose="020B0604020202020204" pitchFamily="34" charset="0"/>
        <a:buChar char="•"/>
        <a:defRPr sz="4800" kern="1200">
          <a:solidFill>
            <a:schemeClr val="tx1"/>
          </a:solidFill>
          <a:latin typeface="+mn-lt"/>
          <a:ea typeface="+mn-ea"/>
          <a:cs typeface="+mn-cs"/>
        </a:defRPr>
      </a:lvl8pPr>
      <a:lvl9pPr marL="10363330" indent="-609608" algn="l" defTabSz="2438430" rtl="0" eaLnBrk="1" latinLnBrk="0" hangingPunct="1">
        <a:lnSpc>
          <a:spcPct val="90000"/>
        </a:lnSpc>
        <a:spcBef>
          <a:spcPts val="1333"/>
        </a:spcBef>
        <a:buFont typeface="Arial" panose="020B0604020202020204" pitchFamily="34" charset="0"/>
        <a:buChar char="•"/>
        <a:defRPr sz="4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438430" rtl="0" eaLnBrk="1" latinLnBrk="0" hangingPunct="1">
        <a:defRPr sz="4800" kern="1200">
          <a:solidFill>
            <a:schemeClr val="tx1"/>
          </a:solidFill>
          <a:latin typeface="+mn-lt"/>
          <a:ea typeface="+mn-ea"/>
          <a:cs typeface="+mn-cs"/>
        </a:defRPr>
      </a:lvl1pPr>
      <a:lvl2pPr marL="1219215" algn="l" defTabSz="2438430" rtl="0" eaLnBrk="1" latinLnBrk="0" hangingPunct="1">
        <a:defRPr sz="4800" kern="1200">
          <a:solidFill>
            <a:schemeClr val="tx1"/>
          </a:solidFill>
          <a:latin typeface="+mn-lt"/>
          <a:ea typeface="+mn-ea"/>
          <a:cs typeface="+mn-cs"/>
        </a:defRPr>
      </a:lvl2pPr>
      <a:lvl3pPr marL="2438430" algn="l" defTabSz="2438430" rtl="0" eaLnBrk="1" latinLnBrk="0" hangingPunct="1">
        <a:defRPr sz="4800" kern="1200">
          <a:solidFill>
            <a:schemeClr val="tx1"/>
          </a:solidFill>
          <a:latin typeface="+mn-lt"/>
          <a:ea typeface="+mn-ea"/>
          <a:cs typeface="+mn-cs"/>
        </a:defRPr>
      </a:lvl3pPr>
      <a:lvl4pPr marL="3657646" algn="l" defTabSz="2438430" rtl="0" eaLnBrk="1" latinLnBrk="0" hangingPunct="1">
        <a:defRPr sz="4800" kern="1200">
          <a:solidFill>
            <a:schemeClr val="tx1"/>
          </a:solidFill>
          <a:latin typeface="+mn-lt"/>
          <a:ea typeface="+mn-ea"/>
          <a:cs typeface="+mn-cs"/>
        </a:defRPr>
      </a:lvl4pPr>
      <a:lvl5pPr marL="4876861" algn="l" defTabSz="2438430" rtl="0" eaLnBrk="1" latinLnBrk="0" hangingPunct="1">
        <a:defRPr sz="4800" kern="1200">
          <a:solidFill>
            <a:schemeClr val="tx1"/>
          </a:solidFill>
          <a:latin typeface="+mn-lt"/>
          <a:ea typeface="+mn-ea"/>
          <a:cs typeface="+mn-cs"/>
        </a:defRPr>
      </a:lvl5pPr>
      <a:lvl6pPr marL="6096076" algn="l" defTabSz="2438430" rtl="0" eaLnBrk="1" latinLnBrk="0" hangingPunct="1">
        <a:defRPr sz="4800" kern="1200">
          <a:solidFill>
            <a:schemeClr val="tx1"/>
          </a:solidFill>
          <a:latin typeface="+mn-lt"/>
          <a:ea typeface="+mn-ea"/>
          <a:cs typeface="+mn-cs"/>
        </a:defRPr>
      </a:lvl6pPr>
      <a:lvl7pPr marL="7315291" algn="l" defTabSz="2438430" rtl="0" eaLnBrk="1" latinLnBrk="0" hangingPunct="1">
        <a:defRPr sz="4800" kern="1200">
          <a:solidFill>
            <a:schemeClr val="tx1"/>
          </a:solidFill>
          <a:latin typeface="+mn-lt"/>
          <a:ea typeface="+mn-ea"/>
          <a:cs typeface="+mn-cs"/>
        </a:defRPr>
      </a:lvl7pPr>
      <a:lvl8pPr marL="8534507" algn="l" defTabSz="2438430" rtl="0" eaLnBrk="1" latinLnBrk="0" hangingPunct="1">
        <a:defRPr sz="4800" kern="1200">
          <a:solidFill>
            <a:schemeClr val="tx1"/>
          </a:solidFill>
          <a:latin typeface="+mn-lt"/>
          <a:ea typeface="+mn-ea"/>
          <a:cs typeface="+mn-cs"/>
        </a:defRPr>
      </a:lvl8pPr>
      <a:lvl9pPr marL="9753722" algn="l" defTabSz="2438430" rtl="0" eaLnBrk="1" latinLnBrk="0" hangingPunct="1">
        <a:defRPr sz="4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B55E3D-00D1-FDB0-7949-7B6FD09F53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图片 18">
            <a:extLst>
              <a:ext uri="{FF2B5EF4-FFF2-40B4-BE49-F238E27FC236}">
                <a16:creationId xmlns:a16="http://schemas.microsoft.com/office/drawing/2014/main" id="{CC80A78E-1CB9-42A0-976A-F89EDF1D8FA4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9399361" y="6519354"/>
            <a:ext cx="6867525" cy="7725600"/>
          </a:xfrm>
          <a:prstGeom prst="rect">
            <a:avLst/>
          </a:prstGeom>
        </p:spPr>
      </p:pic>
      <p:pic>
        <p:nvPicPr>
          <p:cNvPr id="23" name="图片 22">
            <a:extLst>
              <a:ext uri="{FF2B5EF4-FFF2-40B4-BE49-F238E27FC236}">
                <a16:creationId xmlns:a16="http://schemas.microsoft.com/office/drawing/2014/main" id="{F87EC340-97FA-49B8-8317-16A00064AFF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31836" y="6519354"/>
            <a:ext cx="6867525" cy="7724775"/>
          </a:xfrm>
          <a:prstGeom prst="rect">
            <a:avLst/>
          </a:prstGeom>
        </p:spPr>
      </p:pic>
      <p:pic>
        <p:nvPicPr>
          <p:cNvPr id="24" name="图片 23">
            <a:extLst>
              <a:ext uri="{FF2B5EF4-FFF2-40B4-BE49-F238E27FC236}">
                <a16:creationId xmlns:a16="http://schemas.microsoft.com/office/drawing/2014/main" id="{0D663B10-CC89-4E17-8E53-41DDE6AC84A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13223" y="14400212"/>
            <a:ext cx="6772275" cy="971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791143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ZDRhNmUyYzQxMGJmYWZiZTBkOGNjNDhiNzE4MGZlMzMifQ=="/>
</p:tagLst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1920</TotalTime>
  <Words>1</Words>
  <Application>Microsoft Office PowerPoint</Application>
  <PresentationFormat>自定义</PresentationFormat>
  <Paragraphs>1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等线</vt:lpstr>
      <vt:lpstr>Arial</vt:lpstr>
      <vt:lpstr>Calibri</vt:lpstr>
      <vt:lpstr>Calibri Light</vt:lpstr>
      <vt:lpstr>Office 主题​​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根文 房</dc:creator>
  <cp:lastModifiedBy>Windows User</cp:lastModifiedBy>
  <cp:revision>89</cp:revision>
  <dcterms:created xsi:type="dcterms:W3CDTF">2023-12-26T06:54:00Z</dcterms:created>
  <dcterms:modified xsi:type="dcterms:W3CDTF">2026-08-17T14:24:02Z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52D4667CDE9A422E8EC0004F48E99AE1_12</vt:lpwstr>
  </property>
  <property fmtid="{D5CDD505-2E9C-101B-9397-08002B2CF9AE}" pid="3" name="KSOProductBuildVer">
    <vt:lpwstr>2052-12.1.0.16729</vt:lpwstr>
  </property>
</Properties>
</file>