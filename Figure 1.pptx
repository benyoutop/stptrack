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"/>
  </p:notesMasterIdLst>
  <p:sldIdLst>
    <p:sldId id="268" r:id="rId2"/>
  </p:sldIdLst>
  <p:sldSz cx="24384000" cy="28800425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  <a:srgbClr val="DEEBF7"/>
    <a:srgbClr val="5B80A0"/>
    <a:srgbClr val="D4E5EF"/>
    <a:srgbClr val="FFFFFF"/>
    <a:srgbClr val="EDEDED"/>
    <a:srgbClr val="A9D18E"/>
    <a:srgbClr val="F4B183"/>
    <a:srgbClr val="4472C4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51" autoAdjust="0"/>
    <p:restoredTop sz="89734" autoAdjust="0"/>
  </p:normalViewPr>
  <p:slideViewPr>
    <p:cSldViewPr snapToGrid="0">
      <p:cViewPr>
        <p:scale>
          <a:sx n="66" d="100"/>
          <a:sy n="66" d="100"/>
        </p:scale>
        <p:origin x="216" y="-27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293ED-4DF7-4C3D-A2C0-005A5D9294A7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122488" y="1143000"/>
            <a:ext cx="2613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CE8CE-0BB1-4E38-828C-016ACF380C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22488" y="1143000"/>
            <a:ext cx="26130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CE8CE-0BB1-4E38-828C-016ACF380CA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776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4713405"/>
            <a:ext cx="20726400" cy="10026815"/>
          </a:xfrm>
        </p:spPr>
        <p:txBody>
          <a:bodyPr anchor="b"/>
          <a:lstStyle>
            <a:lvl1pPr algn="ctr">
              <a:defRPr sz="1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15126892"/>
            <a:ext cx="18288000" cy="6953434"/>
          </a:xfrm>
        </p:spPr>
        <p:txBody>
          <a:bodyPr/>
          <a:lstStyle>
            <a:lvl1pPr marL="0" indent="0" algn="ctr">
              <a:buNone/>
              <a:defRPr sz="6400"/>
            </a:lvl1pPr>
            <a:lvl2pPr marL="1219215" indent="0" algn="ctr">
              <a:buNone/>
              <a:defRPr sz="5333"/>
            </a:lvl2pPr>
            <a:lvl3pPr marL="2438430" indent="0" algn="ctr">
              <a:buNone/>
              <a:defRPr sz="4800"/>
            </a:lvl3pPr>
            <a:lvl4pPr marL="3657646" indent="0" algn="ctr">
              <a:buNone/>
              <a:defRPr sz="4267"/>
            </a:lvl4pPr>
            <a:lvl5pPr marL="4876861" indent="0" algn="ctr">
              <a:buNone/>
              <a:defRPr sz="4267"/>
            </a:lvl5pPr>
            <a:lvl6pPr marL="6096076" indent="0" algn="ctr">
              <a:buNone/>
              <a:defRPr sz="4267"/>
            </a:lvl6pPr>
            <a:lvl7pPr marL="7315291" indent="0" algn="ctr">
              <a:buNone/>
              <a:defRPr sz="4267"/>
            </a:lvl7pPr>
            <a:lvl8pPr marL="8534507" indent="0" algn="ctr">
              <a:buNone/>
              <a:defRPr sz="4267"/>
            </a:lvl8pPr>
            <a:lvl9pPr marL="9753722" indent="0" algn="ctr">
              <a:buNone/>
              <a:defRPr sz="426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759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2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1" y="7180114"/>
            <a:ext cx="21031200" cy="11980175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1" y="19273626"/>
            <a:ext cx="21031200" cy="6300091"/>
          </a:xfrm>
        </p:spPr>
        <p:txBody>
          <a:bodyPr/>
          <a:lstStyle>
            <a:lvl1pPr marL="0" indent="0">
              <a:buNone/>
              <a:defRPr sz="6400">
                <a:solidFill>
                  <a:schemeClr val="tx1"/>
                </a:solidFill>
              </a:defRPr>
            </a:lvl1pPr>
            <a:lvl2pPr marL="1219215" indent="0">
              <a:buNone/>
              <a:defRPr sz="5333">
                <a:solidFill>
                  <a:schemeClr val="tx1">
                    <a:tint val="75000"/>
                  </a:schemeClr>
                </a:solidFill>
              </a:defRPr>
            </a:lvl2pPr>
            <a:lvl3pPr marL="243843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3pPr>
            <a:lvl4pPr marL="3657646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4pPr>
            <a:lvl5pPr marL="4876861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5pPr>
            <a:lvl6pPr marL="6096076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6pPr>
            <a:lvl7pPr marL="7315291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7pPr>
            <a:lvl8pPr marL="8534507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8pPr>
            <a:lvl9pPr marL="9753722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93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7666780"/>
            <a:ext cx="10363200" cy="182736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7666780"/>
            <a:ext cx="10363200" cy="182736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669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533362"/>
            <a:ext cx="21031200" cy="556675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9" y="7060106"/>
            <a:ext cx="10315573" cy="346004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9" y="10520155"/>
            <a:ext cx="10315573" cy="1547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7060106"/>
            <a:ext cx="10366376" cy="346004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10520155"/>
            <a:ext cx="10366376" cy="1547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0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102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880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920028"/>
            <a:ext cx="7864475" cy="6720099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4146734"/>
            <a:ext cx="12344400" cy="20466969"/>
          </a:xfrm>
        </p:spPr>
        <p:txBody>
          <a:bodyPr/>
          <a:lstStyle>
            <a:lvl1pPr>
              <a:defRPr sz="8533"/>
            </a:lvl1pPr>
            <a:lvl2pPr>
              <a:defRPr sz="7467"/>
            </a:lvl2pPr>
            <a:lvl3pPr>
              <a:defRPr sz="6400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8640127"/>
            <a:ext cx="7864475" cy="1600690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865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920028"/>
            <a:ext cx="7864475" cy="6720099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4146734"/>
            <a:ext cx="12344400" cy="20466969"/>
          </a:xfrm>
        </p:spPr>
        <p:txBody>
          <a:bodyPr anchor="t"/>
          <a:lstStyle>
            <a:lvl1pPr marL="0" indent="0">
              <a:buNone/>
              <a:defRPr sz="8533"/>
            </a:lvl1pPr>
            <a:lvl2pPr marL="1219215" indent="0">
              <a:buNone/>
              <a:defRPr sz="7467"/>
            </a:lvl2pPr>
            <a:lvl3pPr marL="2438430" indent="0">
              <a:buNone/>
              <a:defRPr sz="6400"/>
            </a:lvl3pPr>
            <a:lvl4pPr marL="3657646" indent="0">
              <a:buNone/>
              <a:defRPr sz="5333"/>
            </a:lvl4pPr>
            <a:lvl5pPr marL="4876861" indent="0">
              <a:buNone/>
              <a:defRPr sz="5333"/>
            </a:lvl5pPr>
            <a:lvl6pPr marL="6096076" indent="0">
              <a:buNone/>
              <a:defRPr sz="5333"/>
            </a:lvl6pPr>
            <a:lvl7pPr marL="7315291" indent="0">
              <a:buNone/>
              <a:defRPr sz="5333"/>
            </a:lvl7pPr>
            <a:lvl8pPr marL="8534507" indent="0">
              <a:buNone/>
              <a:defRPr sz="5333"/>
            </a:lvl8pPr>
            <a:lvl9pPr marL="9753722" indent="0">
              <a:buNone/>
              <a:defRPr sz="533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8640127"/>
            <a:ext cx="7864475" cy="1600690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45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907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1" y="1533356"/>
            <a:ext cx="5257800" cy="2440702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1" y="1533356"/>
            <a:ext cx="15468600" cy="244070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06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1533362"/>
            <a:ext cx="21031200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7666780"/>
            <a:ext cx="21031200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26693734"/>
            <a:ext cx="5486400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26693734"/>
            <a:ext cx="8229600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26693734"/>
            <a:ext cx="5486400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09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438430" rtl="0" eaLnBrk="1" latinLnBrk="0" hangingPunct="1">
        <a:lnSpc>
          <a:spcPct val="90000"/>
        </a:lnSpc>
        <a:spcBef>
          <a:spcPct val="0"/>
        </a:spcBef>
        <a:buNone/>
        <a:defRPr sz="1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2438430" rtl="0" eaLnBrk="1" latinLnBrk="0" hangingPunct="1">
        <a:lnSpc>
          <a:spcPct val="90000"/>
        </a:lnSpc>
        <a:spcBef>
          <a:spcPts val="26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1pPr>
      <a:lvl2pPr marL="182882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048038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25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70568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89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11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330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3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4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86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07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9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507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722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image" Target="../media/image3.png"/><Relationship Id="rId18" Type="http://schemas.openxmlformats.org/officeDocument/2006/relationships/image" Target="../media/image8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2.png"/><Relationship Id="rId17" Type="http://schemas.openxmlformats.org/officeDocument/2006/relationships/image" Target="../media/image7.png"/><Relationship Id="rId2" Type="http://schemas.openxmlformats.org/officeDocument/2006/relationships/tags" Target="../tags/tag3.xml"/><Relationship Id="rId16" Type="http://schemas.openxmlformats.org/officeDocument/2006/relationships/image" Target="../media/image6.png"/><Relationship Id="rId20" Type="http://schemas.openxmlformats.org/officeDocument/2006/relationships/image" Target="../media/image10.jpe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1.png"/><Relationship Id="rId5" Type="http://schemas.openxmlformats.org/officeDocument/2006/relationships/tags" Target="../tags/tag6.xml"/><Relationship Id="rId15" Type="http://schemas.openxmlformats.org/officeDocument/2006/relationships/image" Target="../media/image5.png"/><Relationship Id="rId10" Type="http://schemas.openxmlformats.org/officeDocument/2006/relationships/notesSlide" Target="../notesSlides/notesSlide1.xml"/><Relationship Id="rId19" Type="http://schemas.openxmlformats.org/officeDocument/2006/relationships/image" Target="../media/image9.png"/><Relationship Id="rId4" Type="http://schemas.openxmlformats.org/officeDocument/2006/relationships/tags" Target="../tags/tag5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矩形: 圆角 1193">
            <a:extLst>
              <a:ext uri="{FF2B5EF4-FFF2-40B4-BE49-F238E27FC236}">
                <a16:creationId xmlns:a16="http://schemas.microsoft.com/office/drawing/2014/main" id="{AF161437-6FFC-B0AC-98D7-D7DF4E017559}"/>
              </a:ext>
            </a:extLst>
          </p:cNvPr>
          <p:cNvSpPr/>
          <p:nvPr/>
        </p:nvSpPr>
        <p:spPr>
          <a:xfrm rot="16200000">
            <a:off x="5715001" y="666749"/>
            <a:ext cx="12877798" cy="20193000"/>
          </a:xfrm>
          <a:prstGeom prst="roundRect">
            <a:avLst>
              <a:gd name="adj" fmla="val 11537"/>
            </a:avLst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B669EE1-55FA-52C6-DF8E-9EE65079A864}"/>
              </a:ext>
            </a:extLst>
          </p:cNvPr>
          <p:cNvSpPr/>
          <p:nvPr/>
        </p:nvSpPr>
        <p:spPr>
          <a:xfrm>
            <a:off x="2333067" y="6601630"/>
            <a:ext cx="8443324" cy="8502489"/>
          </a:xfrm>
          <a:prstGeom prst="roundRect">
            <a:avLst>
              <a:gd name="adj" fmla="val 1303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2">
                <a:lumMod val="1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8BCA5CC-A8CC-F894-2435-E58E5B313FA9}"/>
              </a:ext>
            </a:extLst>
          </p:cNvPr>
          <p:cNvGrpSpPr/>
          <p:nvPr/>
        </p:nvGrpSpPr>
        <p:grpSpPr>
          <a:xfrm rot="16200000">
            <a:off x="5824363" y="14721338"/>
            <a:ext cx="722903" cy="2266108"/>
            <a:chOff x="2233248" y="3991646"/>
            <a:chExt cx="722903" cy="2266108"/>
          </a:xfrm>
        </p:grpSpPr>
        <p:pic>
          <p:nvPicPr>
            <p:cNvPr id="1070" name="Picture 46">
              <a:extLst>
                <a:ext uri="{FF2B5EF4-FFF2-40B4-BE49-F238E27FC236}">
                  <a16:creationId xmlns:a16="http://schemas.microsoft.com/office/drawing/2014/main" id="{E0DB02D1-6518-7073-2D18-FAADB03DED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235426" y="3991646"/>
              <a:ext cx="720725" cy="72072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4" name="Picture 50">
              <a:extLst>
                <a:ext uri="{FF2B5EF4-FFF2-40B4-BE49-F238E27FC236}">
                  <a16:creationId xmlns:a16="http://schemas.microsoft.com/office/drawing/2014/main" id="{3655564A-22BF-CEBE-BCCC-DEB68C5756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233248" y="5537029"/>
              <a:ext cx="720725" cy="72072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5" name="Picture 51">
              <a:extLst>
                <a:ext uri="{FF2B5EF4-FFF2-40B4-BE49-F238E27FC236}">
                  <a16:creationId xmlns:a16="http://schemas.microsoft.com/office/drawing/2014/main" id="{756E5891-E1A8-C63B-803B-2BCEF62AED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234042" y="4763035"/>
              <a:ext cx="719138" cy="72072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9C0CE13-E7C4-6788-E038-B92653C77EDD}"/>
              </a:ext>
            </a:extLst>
          </p:cNvPr>
          <p:cNvGrpSpPr/>
          <p:nvPr/>
        </p:nvGrpSpPr>
        <p:grpSpPr>
          <a:xfrm rot="16200000">
            <a:off x="8779741" y="14353799"/>
            <a:ext cx="721540" cy="2971252"/>
            <a:chOff x="2233249" y="6827984"/>
            <a:chExt cx="721540" cy="2971252"/>
          </a:xfrm>
        </p:grpSpPr>
        <p:pic>
          <p:nvPicPr>
            <p:cNvPr id="1089" name="Picture 65">
              <a:extLst>
                <a:ext uri="{FF2B5EF4-FFF2-40B4-BE49-F238E27FC236}">
                  <a16:creationId xmlns:a16="http://schemas.microsoft.com/office/drawing/2014/main" id="{E5BE3DC3-5837-B862-E347-4FF53A0AA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243837" y="7573669"/>
              <a:ext cx="699550" cy="72072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90" name="Picture 66">
              <a:extLst>
                <a:ext uri="{FF2B5EF4-FFF2-40B4-BE49-F238E27FC236}">
                  <a16:creationId xmlns:a16="http://schemas.microsoft.com/office/drawing/2014/main" id="{132EE6CC-C403-B034-2A05-71BFB8A539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244607" y="9089869"/>
              <a:ext cx="698009" cy="72072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93" name="Picture 69">
              <a:extLst>
                <a:ext uri="{FF2B5EF4-FFF2-40B4-BE49-F238E27FC236}">
                  <a16:creationId xmlns:a16="http://schemas.microsoft.com/office/drawing/2014/main" id="{FA1FC21B-3A42-94BD-F412-D923EB306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243839" y="6817396"/>
              <a:ext cx="699550" cy="72072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94" name="Picture 70">
              <a:extLst>
                <a:ext uri="{FF2B5EF4-FFF2-40B4-BE49-F238E27FC236}">
                  <a16:creationId xmlns:a16="http://schemas.microsoft.com/office/drawing/2014/main" id="{9CDEF130-F0EB-9498-0E8E-64FA6AB66D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245422" y="8330281"/>
              <a:ext cx="698009" cy="72072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85A70A8-F876-0FB4-2BF6-8023B06697DC}"/>
              </a:ext>
            </a:extLst>
          </p:cNvPr>
          <p:cNvGrpSpPr/>
          <p:nvPr/>
        </p:nvGrpSpPr>
        <p:grpSpPr>
          <a:xfrm rot="16200000">
            <a:off x="5934791" y="15807260"/>
            <a:ext cx="615553" cy="1631840"/>
            <a:chOff x="1453551" y="4469130"/>
            <a:chExt cx="615553" cy="163184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3534C01B-64CD-C5CE-7157-732D2A49AE82}"/>
                </a:ext>
              </a:extLst>
            </p:cNvPr>
            <p:cNvSpPr/>
            <p:nvPr/>
          </p:nvSpPr>
          <p:spPr>
            <a:xfrm>
              <a:off x="1453551" y="4469130"/>
              <a:ext cx="576175" cy="163184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F4B183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A9FCBCB-CE5E-4793-ED4A-E0CDAD8605AA}"/>
                </a:ext>
              </a:extLst>
            </p:cNvPr>
            <p:cNvSpPr txBox="1"/>
            <p:nvPr/>
          </p:nvSpPr>
          <p:spPr>
            <a:xfrm>
              <a:off x="1453551" y="4532589"/>
              <a:ext cx="615553" cy="150492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Template</a:t>
              </a:r>
              <a:endPara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20B90AE-3EAB-BC66-9DED-5263A4551D52}"/>
              </a:ext>
            </a:extLst>
          </p:cNvPr>
          <p:cNvGrpSpPr/>
          <p:nvPr/>
        </p:nvGrpSpPr>
        <p:grpSpPr>
          <a:xfrm rot="16200000">
            <a:off x="9002296" y="15497699"/>
            <a:ext cx="625367" cy="2261609"/>
            <a:chOff x="1453551" y="4469130"/>
            <a:chExt cx="625367" cy="1631840"/>
          </a:xfrm>
        </p:grpSpPr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E337C826-6D2D-D83D-23C7-B228619ECF50}"/>
                </a:ext>
              </a:extLst>
            </p:cNvPr>
            <p:cNvSpPr/>
            <p:nvPr/>
          </p:nvSpPr>
          <p:spPr>
            <a:xfrm>
              <a:off x="1453551" y="4469130"/>
              <a:ext cx="576175" cy="1631840"/>
            </a:xfrm>
            <a:prstGeom prst="roundRect">
              <a:avLst/>
            </a:prstGeom>
            <a:solidFill>
              <a:srgbClr val="E2F0D9"/>
            </a:solidFill>
            <a:ln w="19050">
              <a:solidFill>
                <a:schemeClr val="accent6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FE7E3DCC-622D-819D-532A-F2EA5A75C2F9}"/>
                </a:ext>
              </a:extLst>
            </p:cNvPr>
            <p:cNvSpPr txBox="1"/>
            <p:nvPr/>
          </p:nvSpPr>
          <p:spPr>
            <a:xfrm>
              <a:off x="1463365" y="4539970"/>
              <a:ext cx="615553" cy="148664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Search region</a:t>
              </a:r>
            </a:p>
          </p:txBody>
        </p:sp>
      </p:grpSp>
      <p:sp>
        <p:nvSpPr>
          <p:cNvPr id="83" name="右大括号 82">
            <a:extLst>
              <a:ext uri="{FF2B5EF4-FFF2-40B4-BE49-F238E27FC236}">
                <a16:creationId xmlns:a16="http://schemas.microsoft.com/office/drawing/2014/main" id="{E2148B77-17B2-B0D5-189B-F475D03DD6D4}"/>
              </a:ext>
            </a:extLst>
          </p:cNvPr>
          <p:cNvSpPr/>
          <p:nvPr/>
        </p:nvSpPr>
        <p:spPr>
          <a:xfrm rot="16200000">
            <a:off x="6063183" y="14136607"/>
            <a:ext cx="245137" cy="2266235"/>
          </a:xfrm>
          <a:prstGeom prst="rightBrace">
            <a:avLst>
              <a:gd name="adj1" fmla="val 54005"/>
              <a:gd name="adj2" fmla="val 50000"/>
            </a:avLst>
          </a:prstGeom>
          <a:ln w="31750">
            <a:solidFill>
              <a:srgbClr val="F4B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右大括号 83">
            <a:extLst>
              <a:ext uri="{FF2B5EF4-FFF2-40B4-BE49-F238E27FC236}">
                <a16:creationId xmlns:a16="http://schemas.microsoft.com/office/drawing/2014/main" id="{223468F5-85F2-ABF1-8EA1-DA09E271A136}"/>
              </a:ext>
            </a:extLst>
          </p:cNvPr>
          <p:cNvSpPr/>
          <p:nvPr/>
        </p:nvSpPr>
        <p:spPr>
          <a:xfrm rot="16200000">
            <a:off x="9000459" y="13803135"/>
            <a:ext cx="286066" cy="2971251"/>
          </a:xfrm>
          <a:prstGeom prst="rightBrace">
            <a:avLst>
              <a:gd name="adj1" fmla="val 54005"/>
              <a:gd name="adj2" fmla="val 50000"/>
            </a:avLst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75315D2-ABE4-F29C-C543-381E4AE8CC44}"/>
              </a:ext>
            </a:extLst>
          </p:cNvPr>
          <p:cNvGrpSpPr/>
          <p:nvPr/>
        </p:nvGrpSpPr>
        <p:grpSpPr>
          <a:xfrm rot="16200000">
            <a:off x="3406282" y="15029172"/>
            <a:ext cx="721816" cy="1460305"/>
            <a:chOff x="3834459" y="5456916"/>
            <a:chExt cx="721816" cy="1460305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7170DCC9-EBFB-43F7-A97A-C67C0ACA639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5400000">
              <a:off x="3847075" y="5446116"/>
              <a:ext cx="698400" cy="720000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38BDFDEE-AD42-7A45-B913-BE033BB92CD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5400000">
              <a:off x="3845259" y="6208021"/>
              <a:ext cx="698400" cy="720000"/>
            </a:xfrm>
            <a:prstGeom prst="rect">
              <a:avLst/>
            </a:prstGeom>
          </p:spPr>
        </p:pic>
      </p:grpSp>
      <p:sp>
        <p:nvSpPr>
          <p:cNvPr id="60" name="右大括号 59">
            <a:extLst>
              <a:ext uri="{FF2B5EF4-FFF2-40B4-BE49-F238E27FC236}">
                <a16:creationId xmlns:a16="http://schemas.microsoft.com/office/drawing/2014/main" id="{A59F377D-7D79-6337-2D8B-5BC44F9B178B}"/>
              </a:ext>
            </a:extLst>
          </p:cNvPr>
          <p:cNvSpPr/>
          <p:nvPr/>
        </p:nvSpPr>
        <p:spPr>
          <a:xfrm rot="16200000">
            <a:off x="3670164" y="14476359"/>
            <a:ext cx="215834" cy="1557426"/>
          </a:xfrm>
          <a:prstGeom prst="rightBrace">
            <a:avLst>
              <a:gd name="adj1" fmla="val 54005"/>
              <a:gd name="adj2" fmla="val 46292"/>
            </a:avLst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8A389283-02BA-AF24-C086-4C243EDB2932}"/>
              </a:ext>
            </a:extLst>
          </p:cNvPr>
          <p:cNvSpPr/>
          <p:nvPr/>
        </p:nvSpPr>
        <p:spPr>
          <a:xfrm>
            <a:off x="2548522" y="14116644"/>
            <a:ext cx="7857120" cy="88474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Linear Projection Layer</a:t>
            </a: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F95CC7FB-5E60-296A-53C7-21A7F077B11C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 rot="16200000">
            <a:off x="5642271" y="13916546"/>
            <a:ext cx="400197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C9F3F62D-951A-5B78-5B24-CB05F7A506DB}"/>
              </a:ext>
            </a:extLst>
          </p:cNvPr>
          <p:cNvSpPr/>
          <p:nvPr/>
        </p:nvSpPr>
        <p:spPr>
          <a:xfrm>
            <a:off x="2548524" y="12831703"/>
            <a:ext cx="7857118" cy="88474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Transformer Encoder</a:t>
            </a: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634D552C-3C13-7A63-B316-DBA49E0469DC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 rot="16200000">
            <a:off x="8685564" y="13940084"/>
            <a:ext cx="390904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D07CAF6D-F5B7-E93D-4E0D-DE89A3C69B2E}"/>
              </a:ext>
            </a:extLst>
          </p:cNvPr>
          <p:cNvSpPr/>
          <p:nvPr/>
        </p:nvSpPr>
        <p:spPr>
          <a:xfrm>
            <a:off x="2476789" y="11621786"/>
            <a:ext cx="7928853" cy="707886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27" name="组合 1026">
            <a:extLst>
              <a:ext uri="{FF2B5EF4-FFF2-40B4-BE49-F238E27FC236}">
                <a16:creationId xmlns:a16="http://schemas.microsoft.com/office/drawing/2014/main" id="{1723B80E-568D-61D1-AB8F-4DF3043A8AE1}"/>
              </a:ext>
            </a:extLst>
          </p:cNvPr>
          <p:cNvGrpSpPr/>
          <p:nvPr/>
        </p:nvGrpSpPr>
        <p:grpSpPr>
          <a:xfrm>
            <a:off x="5057452" y="11672235"/>
            <a:ext cx="1625023" cy="576849"/>
            <a:chOff x="5582691" y="4762618"/>
            <a:chExt cx="1621006" cy="576849"/>
          </a:xfrm>
        </p:grpSpPr>
        <p:sp>
          <p:nvSpPr>
            <p:cNvPr id="1029" name="矩形: 圆角 1028">
              <a:extLst>
                <a:ext uri="{FF2B5EF4-FFF2-40B4-BE49-F238E27FC236}">
                  <a16:creationId xmlns:a16="http://schemas.microsoft.com/office/drawing/2014/main" id="{4F8E7E11-6D8D-92EA-C443-0AC21E1C876E}"/>
                </a:ext>
              </a:extLst>
            </p:cNvPr>
            <p:cNvSpPr/>
            <p:nvPr/>
          </p:nvSpPr>
          <p:spPr>
            <a:xfrm>
              <a:off x="5582691" y="4762619"/>
              <a:ext cx="354459" cy="576848"/>
            </a:xfrm>
            <a:prstGeom prst="roundRect">
              <a:avLst>
                <a:gd name="adj" fmla="val 32667"/>
              </a:avLst>
            </a:prstGeom>
            <a:solidFill>
              <a:srgbClr val="DEEBF7"/>
            </a:solidFill>
            <a:ln w="19050">
              <a:solidFill>
                <a:srgbClr val="1F4E7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0" name="矩形: 圆角 1029">
              <a:extLst>
                <a:ext uri="{FF2B5EF4-FFF2-40B4-BE49-F238E27FC236}">
                  <a16:creationId xmlns:a16="http://schemas.microsoft.com/office/drawing/2014/main" id="{7FEA6594-E09A-441A-93C3-CB458FFC9FEF}"/>
                </a:ext>
              </a:extLst>
            </p:cNvPr>
            <p:cNvSpPr/>
            <p:nvPr/>
          </p:nvSpPr>
          <p:spPr>
            <a:xfrm>
              <a:off x="6218710" y="4762619"/>
              <a:ext cx="354459" cy="576848"/>
            </a:xfrm>
            <a:prstGeom prst="roundRect">
              <a:avLst>
                <a:gd name="adj" fmla="val 3266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1" name="矩形: 圆角 1030">
              <a:extLst>
                <a:ext uri="{FF2B5EF4-FFF2-40B4-BE49-F238E27FC236}">
                  <a16:creationId xmlns:a16="http://schemas.microsoft.com/office/drawing/2014/main" id="{DC1A7C79-B696-697F-22AF-0FF4EBE8E34E}"/>
                </a:ext>
              </a:extLst>
            </p:cNvPr>
            <p:cNvSpPr/>
            <p:nvPr/>
          </p:nvSpPr>
          <p:spPr>
            <a:xfrm>
              <a:off x="6849238" y="4762618"/>
              <a:ext cx="354459" cy="576848"/>
            </a:xfrm>
            <a:prstGeom prst="roundRect">
              <a:avLst>
                <a:gd name="adj" fmla="val 32667"/>
              </a:avLst>
            </a:prstGeom>
            <a:solidFill>
              <a:srgbClr val="DEEBF7"/>
            </a:solidFill>
            <a:ln w="19050">
              <a:solidFill>
                <a:srgbClr val="1F4E7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081" name="直接箭头连接符 1075">
            <a:extLst>
              <a:ext uri="{FF2B5EF4-FFF2-40B4-BE49-F238E27FC236}">
                <a16:creationId xmlns:a16="http://schemas.microsoft.com/office/drawing/2014/main" id="{1D9AA1D7-FB13-724C-0CD5-6879FEB2DAAA}"/>
              </a:ext>
            </a:extLst>
          </p:cNvPr>
          <p:cNvCxnSpPr>
            <a:cxnSpLocks/>
            <a:stCxn id="115" idx="3"/>
            <a:endCxn id="1096" idx="0"/>
          </p:cNvCxnSpPr>
          <p:nvPr>
            <p:custDataLst>
              <p:tags r:id="rId3"/>
            </p:custDataLst>
          </p:nvPr>
        </p:nvCxnSpPr>
        <p:spPr>
          <a:xfrm>
            <a:off x="7175070" y="5320278"/>
            <a:ext cx="6394345" cy="11309174"/>
          </a:xfrm>
          <a:prstGeom prst="bentConnector3">
            <a:avLst>
              <a:gd name="adj1" fmla="val 60129"/>
            </a:avLst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F818157E-E847-F51E-18F2-69D590035E58}"/>
              </a:ext>
            </a:extLst>
          </p:cNvPr>
          <p:cNvSpPr/>
          <p:nvPr/>
        </p:nvSpPr>
        <p:spPr>
          <a:xfrm rot="16200000">
            <a:off x="3526011" y="15627745"/>
            <a:ext cx="576175" cy="206037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51A4063-A602-49A6-546C-B18BBB4CB199}"/>
              </a:ext>
            </a:extLst>
          </p:cNvPr>
          <p:cNvSpPr txBox="1"/>
          <p:nvPr/>
        </p:nvSpPr>
        <p:spPr>
          <a:xfrm rot="16200000">
            <a:off x="3533946" y="15624192"/>
            <a:ext cx="615553" cy="20051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region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BCA1A13-2FE1-78B7-E247-EF14B9965E86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 rot="16200000" flipV="1">
            <a:off x="3089138" y="13899919"/>
            <a:ext cx="390905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001DF28-42C7-3668-F3D7-0F612D51CC9A}"/>
              </a:ext>
            </a:extLst>
          </p:cNvPr>
          <p:cNvGrpSpPr/>
          <p:nvPr/>
        </p:nvGrpSpPr>
        <p:grpSpPr>
          <a:xfrm>
            <a:off x="8123771" y="11677199"/>
            <a:ext cx="2214490" cy="576854"/>
            <a:chOff x="4927471" y="4762618"/>
            <a:chExt cx="2209018" cy="57685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EB4E6EF6-880A-CF3B-5404-76FBED641772}"/>
                </a:ext>
              </a:extLst>
            </p:cNvPr>
            <p:cNvSpPr/>
            <p:nvPr/>
          </p:nvSpPr>
          <p:spPr>
            <a:xfrm>
              <a:off x="4927471" y="4762621"/>
              <a:ext cx="354459" cy="576848"/>
            </a:xfrm>
            <a:prstGeom prst="roundRect">
              <a:avLst>
                <a:gd name="adj" fmla="val 32667"/>
              </a:avLst>
            </a:prstGeom>
            <a:grpFill/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7CF1720F-5B7F-051D-7E78-780123E67423}"/>
                </a:ext>
              </a:extLst>
            </p:cNvPr>
            <p:cNvSpPr/>
            <p:nvPr/>
          </p:nvSpPr>
          <p:spPr>
            <a:xfrm>
              <a:off x="5563488" y="4762618"/>
              <a:ext cx="354459" cy="576848"/>
            </a:xfrm>
            <a:prstGeom prst="roundRect">
              <a:avLst>
                <a:gd name="adj" fmla="val 32667"/>
              </a:avLst>
            </a:prstGeom>
            <a:grpFill/>
            <a:ln w="19050">
              <a:solidFill>
                <a:srgbClr val="1F4E7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7B6230C9-D61E-6F3B-4386-FB044CBCFF1B}"/>
                </a:ext>
              </a:extLst>
            </p:cNvPr>
            <p:cNvSpPr/>
            <p:nvPr/>
          </p:nvSpPr>
          <p:spPr>
            <a:xfrm>
              <a:off x="6228311" y="4762618"/>
              <a:ext cx="354459" cy="576848"/>
            </a:xfrm>
            <a:prstGeom prst="roundRect">
              <a:avLst>
                <a:gd name="adj" fmla="val 32667"/>
              </a:avLst>
            </a:prstGeom>
            <a:grpFill/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8D049299-ABD6-7A93-1FCA-01262E54B22E}"/>
                </a:ext>
              </a:extLst>
            </p:cNvPr>
            <p:cNvSpPr/>
            <p:nvPr/>
          </p:nvSpPr>
          <p:spPr>
            <a:xfrm>
              <a:off x="6782030" y="4762624"/>
              <a:ext cx="354459" cy="576848"/>
            </a:xfrm>
            <a:prstGeom prst="roundRect">
              <a:avLst>
                <a:gd name="adj" fmla="val 32667"/>
              </a:avLst>
            </a:prstGeom>
            <a:grpFill/>
            <a:ln w="19050">
              <a:solidFill>
                <a:srgbClr val="1F4E7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5CC57430-7785-1F41-BE68-CD6943DBFA98}"/>
              </a:ext>
            </a:extLst>
          </p:cNvPr>
          <p:cNvGrpSpPr/>
          <p:nvPr/>
        </p:nvGrpSpPr>
        <p:grpSpPr>
          <a:xfrm rot="16200000">
            <a:off x="3073451" y="11563070"/>
            <a:ext cx="576849" cy="805122"/>
            <a:chOff x="7029935" y="2415021"/>
            <a:chExt cx="576849" cy="805122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29AF5FB6-156E-9DFF-42E2-BA77D2620EC0}"/>
                </a:ext>
              </a:extLst>
            </p:cNvPr>
            <p:cNvSpPr/>
            <p:nvPr/>
          </p:nvSpPr>
          <p:spPr>
            <a:xfrm rot="5400000">
              <a:off x="7156333" y="2769694"/>
              <a:ext cx="324051" cy="576848"/>
            </a:xfrm>
            <a:prstGeom prst="roundRect">
              <a:avLst>
                <a:gd name="adj" fmla="val 32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E874A286-B23B-3FF1-F7FF-E137CE4276D9}"/>
                </a:ext>
              </a:extLst>
            </p:cNvPr>
            <p:cNvSpPr/>
            <p:nvPr/>
          </p:nvSpPr>
          <p:spPr>
            <a:xfrm rot="5400000">
              <a:off x="7156334" y="2288623"/>
              <a:ext cx="324051" cy="576848"/>
            </a:xfrm>
            <a:prstGeom prst="roundRect">
              <a:avLst>
                <a:gd name="adj" fmla="val 32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6" name="箭头: 右 75">
            <a:extLst>
              <a:ext uri="{FF2B5EF4-FFF2-40B4-BE49-F238E27FC236}">
                <a16:creationId xmlns:a16="http://schemas.microsoft.com/office/drawing/2014/main" id="{892308FC-D61C-BE25-C6AD-F6485936C5CD}"/>
              </a:ext>
            </a:extLst>
          </p:cNvPr>
          <p:cNvSpPr/>
          <p:nvPr/>
        </p:nvSpPr>
        <p:spPr>
          <a:xfrm rot="16200000">
            <a:off x="6128130" y="12354251"/>
            <a:ext cx="423394" cy="41738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B5418D09-F80C-0DF7-F279-3396577AAFDB}"/>
              </a:ext>
            </a:extLst>
          </p:cNvPr>
          <p:cNvSpPr/>
          <p:nvPr/>
        </p:nvSpPr>
        <p:spPr>
          <a:xfrm>
            <a:off x="2548522" y="9379226"/>
            <a:ext cx="7857118" cy="88474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Transformer Encoder (Candidate Elimination)</a:t>
            </a: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DF56BF11-F073-B7D2-3F1E-DEDF02E7F3A2}"/>
              </a:ext>
            </a:extLst>
          </p:cNvPr>
          <p:cNvSpPr/>
          <p:nvPr/>
        </p:nvSpPr>
        <p:spPr>
          <a:xfrm>
            <a:off x="2476787" y="8169308"/>
            <a:ext cx="7928853" cy="707886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2C35D6D0-2CFF-738F-4CE5-4AB21E8BDA56}"/>
              </a:ext>
            </a:extLst>
          </p:cNvPr>
          <p:cNvGrpSpPr/>
          <p:nvPr/>
        </p:nvGrpSpPr>
        <p:grpSpPr>
          <a:xfrm>
            <a:off x="5057450" y="8219758"/>
            <a:ext cx="1625023" cy="576849"/>
            <a:chOff x="5582691" y="4762618"/>
            <a:chExt cx="1621006" cy="576849"/>
          </a:xfrm>
        </p:grpSpPr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04D32064-EC28-6043-0FAD-2C23813E6DC4}"/>
                </a:ext>
              </a:extLst>
            </p:cNvPr>
            <p:cNvSpPr/>
            <p:nvPr/>
          </p:nvSpPr>
          <p:spPr>
            <a:xfrm>
              <a:off x="5582691" y="4762619"/>
              <a:ext cx="354459" cy="576848"/>
            </a:xfrm>
            <a:prstGeom prst="roundRect">
              <a:avLst>
                <a:gd name="adj" fmla="val 32667"/>
              </a:avLst>
            </a:prstGeom>
            <a:solidFill>
              <a:srgbClr val="DEEBF7"/>
            </a:solidFill>
            <a:ln w="19050">
              <a:solidFill>
                <a:srgbClr val="1F4E7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8AE1E31F-9D5F-BC21-C85B-D5F2CF1C181B}"/>
                </a:ext>
              </a:extLst>
            </p:cNvPr>
            <p:cNvSpPr/>
            <p:nvPr/>
          </p:nvSpPr>
          <p:spPr>
            <a:xfrm>
              <a:off x="6218710" y="4762619"/>
              <a:ext cx="354459" cy="576848"/>
            </a:xfrm>
            <a:prstGeom prst="roundRect">
              <a:avLst>
                <a:gd name="adj" fmla="val 3266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6CBE1BA5-C02B-FF82-0C1C-C8E882D4DF04}"/>
                </a:ext>
              </a:extLst>
            </p:cNvPr>
            <p:cNvSpPr/>
            <p:nvPr/>
          </p:nvSpPr>
          <p:spPr>
            <a:xfrm>
              <a:off x="6849238" y="4762618"/>
              <a:ext cx="354459" cy="576848"/>
            </a:xfrm>
            <a:prstGeom prst="roundRect">
              <a:avLst>
                <a:gd name="adj" fmla="val 32667"/>
              </a:avLst>
            </a:prstGeom>
            <a:solidFill>
              <a:srgbClr val="DEEBF7"/>
            </a:solidFill>
            <a:ln w="19050">
              <a:solidFill>
                <a:srgbClr val="1F4E7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B14ABB01-EB6D-BC9E-485E-0B6407869413}"/>
              </a:ext>
            </a:extLst>
          </p:cNvPr>
          <p:cNvGrpSpPr/>
          <p:nvPr/>
        </p:nvGrpSpPr>
        <p:grpSpPr>
          <a:xfrm>
            <a:off x="8123769" y="8224722"/>
            <a:ext cx="2214490" cy="576854"/>
            <a:chOff x="4927471" y="4762618"/>
            <a:chExt cx="2209018" cy="57685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90" name="矩形: 圆角 89">
              <a:extLst>
                <a:ext uri="{FF2B5EF4-FFF2-40B4-BE49-F238E27FC236}">
                  <a16:creationId xmlns:a16="http://schemas.microsoft.com/office/drawing/2014/main" id="{03910EBA-C39F-CB07-9B33-BB5EA9F8D156}"/>
                </a:ext>
              </a:extLst>
            </p:cNvPr>
            <p:cNvSpPr/>
            <p:nvPr/>
          </p:nvSpPr>
          <p:spPr>
            <a:xfrm>
              <a:off x="4927471" y="4762621"/>
              <a:ext cx="354459" cy="576848"/>
            </a:xfrm>
            <a:prstGeom prst="roundRect">
              <a:avLst>
                <a:gd name="adj" fmla="val 32667"/>
              </a:avLst>
            </a:prstGeom>
            <a:grpFill/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矩形: 圆角 92">
              <a:extLst>
                <a:ext uri="{FF2B5EF4-FFF2-40B4-BE49-F238E27FC236}">
                  <a16:creationId xmlns:a16="http://schemas.microsoft.com/office/drawing/2014/main" id="{4842C7E7-E413-078E-ADE3-5A23B8F37B0C}"/>
                </a:ext>
              </a:extLst>
            </p:cNvPr>
            <p:cNvSpPr/>
            <p:nvPr/>
          </p:nvSpPr>
          <p:spPr>
            <a:xfrm>
              <a:off x="5563488" y="4762618"/>
              <a:ext cx="354459" cy="576848"/>
            </a:xfrm>
            <a:prstGeom prst="roundRect">
              <a:avLst>
                <a:gd name="adj" fmla="val 32667"/>
              </a:avLst>
            </a:prstGeom>
            <a:solidFill>
              <a:schemeClr val="bg1"/>
            </a:solidFill>
            <a:ln w="19050">
              <a:solidFill>
                <a:srgbClr val="1F4E7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7625E212-A1E1-2CA7-FD58-F08F7D2F9BF8}"/>
                </a:ext>
              </a:extLst>
            </p:cNvPr>
            <p:cNvSpPr/>
            <p:nvPr/>
          </p:nvSpPr>
          <p:spPr>
            <a:xfrm>
              <a:off x="6228311" y="4762618"/>
              <a:ext cx="354459" cy="576848"/>
            </a:xfrm>
            <a:prstGeom prst="roundRect">
              <a:avLst>
                <a:gd name="adj" fmla="val 32667"/>
              </a:avLst>
            </a:prstGeom>
            <a:grpFill/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C404BC41-57EE-879A-819C-70FF89342E67}"/>
                </a:ext>
              </a:extLst>
            </p:cNvPr>
            <p:cNvSpPr/>
            <p:nvPr/>
          </p:nvSpPr>
          <p:spPr>
            <a:xfrm>
              <a:off x="6782030" y="4762624"/>
              <a:ext cx="354459" cy="576848"/>
            </a:xfrm>
            <a:prstGeom prst="roundRect">
              <a:avLst>
                <a:gd name="adj" fmla="val 32667"/>
              </a:avLst>
            </a:prstGeom>
            <a:solidFill>
              <a:schemeClr val="bg1"/>
            </a:solidFill>
            <a:ln w="19050">
              <a:solidFill>
                <a:srgbClr val="1F4E7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C4266EB7-6BDB-4D4F-C3A5-0BD328CBB6D2}"/>
              </a:ext>
            </a:extLst>
          </p:cNvPr>
          <p:cNvGrpSpPr/>
          <p:nvPr/>
        </p:nvGrpSpPr>
        <p:grpSpPr>
          <a:xfrm rot="16200000">
            <a:off x="3073449" y="8110593"/>
            <a:ext cx="576849" cy="805122"/>
            <a:chOff x="7029935" y="2415021"/>
            <a:chExt cx="576849" cy="805122"/>
          </a:xfrm>
        </p:grpSpPr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F809C594-202B-4481-D002-DDFB1F4D1245}"/>
                </a:ext>
              </a:extLst>
            </p:cNvPr>
            <p:cNvSpPr/>
            <p:nvPr/>
          </p:nvSpPr>
          <p:spPr>
            <a:xfrm rot="5400000">
              <a:off x="7156333" y="2769694"/>
              <a:ext cx="324051" cy="576848"/>
            </a:xfrm>
            <a:prstGeom prst="roundRect">
              <a:avLst>
                <a:gd name="adj" fmla="val 32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B7290B31-9DDD-84AC-55B6-53D5AE97D81A}"/>
                </a:ext>
              </a:extLst>
            </p:cNvPr>
            <p:cNvSpPr/>
            <p:nvPr/>
          </p:nvSpPr>
          <p:spPr>
            <a:xfrm rot="5400000">
              <a:off x="7156334" y="2288623"/>
              <a:ext cx="324051" cy="576848"/>
            </a:xfrm>
            <a:prstGeom prst="roundRect">
              <a:avLst>
                <a:gd name="adj" fmla="val 32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9" name="箭头: 右 98">
            <a:extLst>
              <a:ext uri="{FF2B5EF4-FFF2-40B4-BE49-F238E27FC236}">
                <a16:creationId xmlns:a16="http://schemas.microsoft.com/office/drawing/2014/main" id="{2B13985A-413D-7DF4-0BBE-D9BCF607364E}"/>
              </a:ext>
            </a:extLst>
          </p:cNvPr>
          <p:cNvSpPr/>
          <p:nvPr/>
        </p:nvSpPr>
        <p:spPr>
          <a:xfrm rot="16200000">
            <a:off x="6128128" y="8901773"/>
            <a:ext cx="423394" cy="41738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A4C512FA-744D-BD59-0407-6F118E64C0FE}"/>
              </a:ext>
            </a:extLst>
          </p:cNvPr>
          <p:cNvSpPr txBox="1"/>
          <p:nvPr/>
        </p:nvSpPr>
        <p:spPr>
          <a:xfrm rot="16200000">
            <a:off x="5157569" y="10315366"/>
            <a:ext cx="176382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8000" dirty="0"/>
              <a:t>...</a:t>
            </a:r>
            <a:endParaRPr lang="zh-CN" altLang="en-US" sz="8000" dirty="0"/>
          </a:p>
        </p:txBody>
      </p:sp>
      <p:sp>
        <p:nvSpPr>
          <p:cNvPr id="112" name="箭头: 右 111">
            <a:extLst>
              <a:ext uri="{FF2B5EF4-FFF2-40B4-BE49-F238E27FC236}">
                <a16:creationId xmlns:a16="http://schemas.microsoft.com/office/drawing/2014/main" id="{8888A1CC-3604-2C9C-2AA5-23F9C02B5CD5}"/>
              </a:ext>
            </a:extLst>
          </p:cNvPr>
          <p:cNvSpPr/>
          <p:nvPr/>
        </p:nvSpPr>
        <p:spPr>
          <a:xfrm rot="16200000">
            <a:off x="6150512" y="7738375"/>
            <a:ext cx="423394" cy="41738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5" name="图片 114">
            <a:extLst>
              <a:ext uri="{FF2B5EF4-FFF2-40B4-BE49-F238E27FC236}">
                <a16:creationId xmlns:a16="http://schemas.microsoft.com/office/drawing/2014/main" id="{2DDF196D-6847-DA2C-E209-34CE5F45BF6D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070" y="4526506"/>
            <a:ext cx="1620000" cy="1587544"/>
          </a:xfrm>
          <a:prstGeom prst="rec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</p:pic>
      <p:sp>
        <p:nvSpPr>
          <p:cNvPr id="127" name="矩形 126">
            <a:extLst>
              <a:ext uri="{FF2B5EF4-FFF2-40B4-BE49-F238E27FC236}">
                <a16:creationId xmlns:a16="http://schemas.microsoft.com/office/drawing/2014/main" id="{9F3A34DB-D993-F7E9-F9D2-2BA76B589A1D}"/>
              </a:ext>
            </a:extLst>
          </p:cNvPr>
          <p:cNvSpPr/>
          <p:nvPr/>
        </p:nvSpPr>
        <p:spPr>
          <a:xfrm rot="5400000">
            <a:off x="6310555" y="5154389"/>
            <a:ext cx="200902" cy="5295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5" name="矩形: 圆角 1034">
            <a:extLst>
              <a:ext uri="{FF2B5EF4-FFF2-40B4-BE49-F238E27FC236}">
                <a16:creationId xmlns:a16="http://schemas.microsoft.com/office/drawing/2014/main" id="{482963D0-F6A5-0222-C4DE-D8E520FCFDED}"/>
              </a:ext>
            </a:extLst>
          </p:cNvPr>
          <p:cNvSpPr/>
          <p:nvPr/>
        </p:nvSpPr>
        <p:spPr>
          <a:xfrm>
            <a:off x="5074313" y="6814923"/>
            <a:ext cx="2610543" cy="88474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Prediction Head</a:t>
            </a:r>
          </a:p>
        </p:txBody>
      </p:sp>
      <p:sp>
        <p:nvSpPr>
          <p:cNvPr id="1037" name="箭头: 右 1036">
            <a:extLst>
              <a:ext uri="{FF2B5EF4-FFF2-40B4-BE49-F238E27FC236}">
                <a16:creationId xmlns:a16="http://schemas.microsoft.com/office/drawing/2014/main" id="{5F4FC9B0-1785-7DDB-FDE2-6BDD376EF846}"/>
              </a:ext>
            </a:extLst>
          </p:cNvPr>
          <p:cNvSpPr/>
          <p:nvPr/>
        </p:nvSpPr>
        <p:spPr>
          <a:xfrm rot="16200000">
            <a:off x="6150510" y="6161989"/>
            <a:ext cx="423394" cy="41738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8" name="矩形: 圆角 1037">
            <a:extLst>
              <a:ext uri="{FF2B5EF4-FFF2-40B4-BE49-F238E27FC236}">
                <a16:creationId xmlns:a16="http://schemas.microsoft.com/office/drawing/2014/main" id="{27E8B0B4-05B0-AAF4-C27B-7281534BCAD8}"/>
              </a:ext>
            </a:extLst>
          </p:cNvPr>
          <p:cNvSpPr/>
          <p:nvPr/>
        </p:nvSpPr>
        <p:spPr>
          <a:xfrm>
            <a:off x="13569416" y="6573151"/>
            <a:ext cx="8443324" cy="8502489"/>
          </a:xfrm>
          <a:prstGeom prst="roundRect">
            <a:avLst>
              <a:gd name="adj" fmla="val 1303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2">
                <a:lumMod val="1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39" name="组合 1038">
            <a:extLst>
              <a:ext uri="{FF2B5EF4-FFF2-40B4-BE49-F238E27FC236}">
                <a16:creationId xmlns:a16="http://schemas.microsoft.com/office/drawing/2014/main" id="{BD415F33-5E35-3A03-98F6-F2884836B940}"/>
              </a:ext>
            </a:extLst>
          </p:cNvPr>
          <p:cNvGrpSpPr/>
          <p:nvPr/>
        </p:nvGrpSpPr>
        <p:grpSpPr>
          <a:xfrm rot="16200000">
            <a:off x="16686066" y="14692858"/>
            <a:ext cx="722903" cy="2266108"/>
            <a:chOff x="2233248" y="3991646"/>
            <a:chExt cx="722903" cy="2266108"/>
          </a:xfrm>
        </p:grpSpPr>
        <p:pic>
          <p:nvPicPr>
            <p:cNvPr id="1040" name="Picture 46">
              <a:extLst>
                <a:ext uri="{FF2B5EF4-FFF2-40B4-BE49-F238E27FC236}">
                  <a16:creationId xmlns:a16="http://schemas.microsoft.com/office/drawing/2014/main" id="{A7261270-F800-3F75-1FE7-27918BE5DF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235426" y="3991646"/>
              <a:ext cx="720725" cy="72072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50">
              <a:extLst>
                <a:ext uri="{FF2B5EF4-FFF2-40B4-BE49-F238E27FC236}">
                  <a16:creationId xmlns:a16="http://schemas.microsoft.com/office/drawing/2014/main" id="{76D91B22-8A22-1F1C-5E46-AC34A75EA5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233248" y="5537029"/>
              <a:ext cx="720725" cy="72072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3" name="Picture 51">
              <a:extLst>
                <a:ext uri="{FF2B5EF4-FFF2-40B4-BE49-F238E27FC236}">
                  <a16:creationId xmlns:a16="http://schemas.microsoft.com/office/drawing/2014/main" id="{D08FC051-34A5-ED80-7017-0B73C7DE95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234042" y="4763035"/>
              <a:ext cx="719138" cy="72072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4" name="组合 1043">
            <a:extLst>
              <a:ext uri="{FF2B5EF4-FFF2-40B4-BE49-F238E27FC236}">
                <a16:creationId xmlns:a16="http://schemas.microsoft.com/office/drawing/2014/main" id="{167F2B3D-F9B8-2D70-0CA3-37D24DAC6A2B}"/>
              </a:ext>
            </a:extLst>
          </p:cNvPr>
          <p:cNvGrpSpPr/>
          <p:nvPr/>
        </p:nvGrpSpPr>
        <p:grpSpPr>
          <a:xfrm rot="16200000">
            <a:off x="19717644" y="14325320"/>
            <a:ext cx="721540" cy="2971252"/>
            <a:chOff x="2233249" y="6827984"/>
            <a:chExt cx="721540" cy="2971252"/>
          </a:xfrm>
        </p:grpSpPr>
        <p:pic>
          <p:nvPicPr>
            <p:cNvPr id="1045" name="Picture 65">
              <a:extLst>
                <a:ext uri="{FF2B5EF4-FFF2-40B4-BE49-F238E27FC236}">
                  <a16:creationId xmlns:a16="http://schemas.microsoft.com/office/drawing/2014/main" id="{AB18319F-338E-1C61-3E14-F383CD9E84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243837" y="7573669"/>
              <a:ext cx="699550" cy="72072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6" name="Picture 66">
              <a:extLst>
                <a:ext uri="{FF2B5EF4-FFF2-40B4-BE49-F238E27FC236}">
                  <a16:creationId xmlns:a16="http://schemas.microsoft.com/office/drawing/2014/main" id="{3FDD7F20-20E1-0CE0-7582-D35FDDD186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244607" y="9089869"/>
              <a:ext cx="698009" cy="72072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2" name="Picture 69">
              <a:extLst>
                <a:ext uri="{FF2B5EF4-FFF2-40B4-BE49-F238E27FC236}">
                  <a16:creationId xmlns:a16="http://schemas.microsoft.com/office/drawing/2014/main" id="{1D9CB734-F0BB-2413-B412-76BEB6DB1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243839" y="6817396"/>
              <a:ext cx="699550" cy="72072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3" name="Picture 70">
              <a:extLst>
                <a:ext uri="{FF2B5EF4-FFF2-40B4-BE49-F238E27FC236}">
                  <a16:creationId xmlns:a16="http://schemas.microsoft.com/office/drawing/2014/main" id="{66EDFA6C-01CE-695D-3BE6-63AE6A85BB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245422" y="8330281"/>
              <a:ext cx="698009" cy="72072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64" name="组合 1063">
            <a:extLst>
              <a:ext uri="{FF2B5EF4-FFF2-40B4-BE49-F238E27FC236}">
                <a16:creationId xmlns:a16="http://schemas.microsoft.com/office/drawing/2014/main" id="{0008CE17-6292-5895-E93C-9DD70E784B6E}"/>
              </a:ext>
            </a:extLst>
          </p:cNvPr>
          <p:cNvGrpSpPr/>
          <p:nvPr/>
        </p:nvGrpSpPr>
        <p:grpSpPr>
          <a:xfrm rot="16200000">
            <a:off x="16776538" y="15784222"/>
            <a:ext cx="615553" cy="1631840"/>
            <a:chOff x="1453551" y="4469130"/>
            <a:chExt cx="615553" cy="1631840"/>
          </a:xfrm>
        </p:grpSpPr>
        <p:sp>
          <p:nvSpPr>
            <p:cNvPr id="1065" name="矩形: 圆角 1064">
              <a:extLst>
                <a:ext uri="{FF2B5EF4-FFF2-40B4-BE49-F238E27FC236}">
                  <a16:creationId xmlns:a16="http://schemas.microsoft.com/office/drawing/2014/main" id="{0ED8B950-F8A0-80EE-E58B-F4B48723D22E}"/>
                </a:ext>
              </a:extLst>
            </p:cNvPr>
            <p:cNvSpPr/>
            <p:nvPr/>
          </p:nvSpPr>
          <p:spPr>
            <a:xfrm>
              <a:off x="1453551" y="4469130"/>
              <a:ext cx="576175" cy="163184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F4B183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6" name="文本框 1065">
              <a:extLst>
                <a:ext uri="{FF2B5EF4-FFF2-40B4-BE49-F238E27FC236}">
                  <a16:creationId xmlns:a16="http://schemas.microsoft.com/office/drawing/2014/main" id="{1C37B9EF-DCDA-6F0A-334C-4E8AB1E9EB77}"/>
                </a:ext>
              </a:extLst>
            </p:cNvPr>
            <p:cNvSpPr txBox="1"/>
            <p:nvPr/>
          </p:nvSpPr>
          <p:spPr>
            <a:xfrm>
              <a:off x="1453551" y="4532589"/>
              <a:ext cx="615553" cy="150492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Template</a:t>
              </a:r>
              <a:endPara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67" name="组合 1066">
            <a:extLst>
              <a:ext uri="{FF2B5EF4-FFF2-40B4-BE49-F238E27FC236}">
                <a16:creationId xmlns:a16="http://schemas.microsoft.com/office/drawing/2014/main" id="{79E4D16B-FCD9-2E96-93D7-DC19BBA2E323}"/>
              </a:ext>
            </a:extLst>
          </p:cNvPr>
          <p:cNvGrpSpPr/>
          <p:nvPr/>
        </p:nvGrpSpPr>
        <p:grpSpPr>
          <a:xfrm rot="16200000">
            <a:off x="19945106" y="15498009"/>
            <a:ext cx="615553" cy="2261609"/>
            <a:chOff x="1444183" y="4469130"/>
            <a:chExt cx="615553" cy="1631840"/>
          </a:xfrm>
        </p:grpSpPr>
        <p:sp>
          <p:nvSpPr>
            <p:cNvPr id="1068" name="矩形: 圆角 1067">
              <a:extLst>
                <a:ext uri="{FF2B5EF4-FFF2-40B4-BE49-F238E27FC236}">
                  <a16:creationId xmlns:a16="http://schemas.microsoft.com/office/drawing/2014/main" id="{96CDC978-2995-D42A-B638-36F6E07FFCB5}"/>
                </a:ext>
              </a:extLst>
            </p:cNvPr>
            <p:cNvSpPr/>
            <p:nvPr/>
          </p:nvSpPr>
          <p:spPr>
            <a:xfrm>
              <a:off x="1453551" y="4469130"/>
              <a:ext cx="576175" cy="1631840"/>
            </a:xfrm>
            <a:prstGeom prst="roundRect">
              <a:avLst/>
            </a:prstGeom>
            <a:solidFill>
              <a:srgbClr val="E2F0D9"/>
            </a:solidFill>
            <a:ln w="19050">
              <a:solidFill>
                <a:schemeClr val="accent6">
                  <a:lumMod val="75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736AF437-81BE-2ECC-E9A0-9BBC576E52FB}"/>
                </a:ext>
              </a:extLst>
            </p:cNvPr>
            <p:cNvSpPr txBox="1"/>
            <p:nvPr/>
          </p:nvSpPr>
          <p:spPr>
            <a:xfrm>
              <a:off x="1444183" y="4572351"/>
              <a:ext cx="615553" cy="148664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Search region</a:t>
              </a:r>
            </a:p>
          </p:txBody>
        </p:sp>
      </p:grpSp>
      <p:sp>
        <p:nvSpPr>
          <p:cNvPr id="1073" name="右大括号 1072">
            <a:extLst>
              <a:ext uri="{FF2B5EF4-FFF2-40B4-BE49-F238E27FC236}">
                <a16:creationId xmlns:a16="http://schemas.microsoft.com/office/drawing/2014/main" id="{8B9D1E96-2EFA-5DBF-F744-D4E38BBF2B65}"/>
              </a:ext>
            </a:extLst>
          </p:cNvPr>
          <p:cNvSpPr/>
          <p:nvPr/>
        </p:nvSpPr>
        <p:spPr>
          <a:xfrm rot="16200000">
            <a:off x="16924886" y="14108128"/>
            <a:ext cx="245137" cy="2266235"/>
          </a:xfrm>
          <a:prstGeom prst="rightBrace">
            <a:avLst>
              <a:gd name="adj1" fmla="val 54005"/>
              <a:gd name="adj2" fmla="val 50000"/>
            </a:avLst>
          </a:prstGeom>
          <a:ln w="31750">
            <a:solidFill>
              <a:srgbClr val="F4B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6" name="右大括号 1075">
            <a:extLst>
              <a:ext uri="{FF2B5EF4-FFF2-40B4-BE49-F238E27FC236}">
                <a16:creationId xmlns:a16="http://schemas.microsoft.com/office/drawing/2014/main" id="{516DEEA3-DE59-9BAB-9168-FABCDCF6AEA5}"/>
              </a:ext>
            </a:extLst>
          </p:cNvPr>
          <p:cNvSpPr/>
          <p:nvPr/>
        </p:nvSpPr>
        <p:spPr>
          <a:xfrm rot="16200000">
            <a:off x="19938362" y="13774656"/>
            <a:ext cx="286066" cy="2971251"/>
          </a:xfrm>
          <a:prstGeom prst="rightBrace">
            <a:avLst>
              <a:gd name="adj1" fmla="val 54005"/>
              <a:gd name="adj2" fmla="val 50000"/>
            </a:avLst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77" name="组合 1076">
            <a:extLst>
              <a:ext uri="{FF2B5EF4-FFF2-40B4-BE49-F238E27FC236}">
                <a16:creationId xmlns:a16="http://schemas.microsoft.com/office/drawing/2014/main" id="{9B35287B-9A48-2182-418F-1055DC5E9402}"/>
              </a:ext>
            </a:extLst>
          </p:cNvPr>
          <p:cNvGrpSpPr/>
          <p:nvPr/>
        </p:nvGrpSpPr>
        <p:grpSpPr>
          <a:xfrm rot="16200000">
            <a:off x="14191785" y="15000692"/>
            <a:ext cx="721816" cy="1460305"/>
            <a:chOff x="3834459" y="5456916"/>
            <a:chExt cx="721816" cy="1460305"/>
          </a:xfrm>
        </p:grpSpPr>
        <p:pic>
          <p:nvPicPr>
            <p:cNvPr id="1078" name="图片 1077">
              <a:extLst>
                <a:ext uri="{FF2B5EF4-FFF2-40B4-BE49-F238E27FC236}">
                  <a16:creationId xmlns:a16="http://schemas.microsoft.com/office/drawing/2014/main" id="{7EC49E6F-F84F-CB29-B3D0-F8D8A0F2E69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5400000">
              <a:off x="3847075" y="5446116"/>
              <a:ext cx="698400" cy="720000"/>
            </a:xfrm>
            <a:prstGeom prst="rect">
              <a:avLst/>
            </a:prstGeom>
          </p:spPr>
        </p:pic>
        <p:pic>
          <p:nvPicPr>
            <p:cNvPr id="1079" name="图片 1078">
              <a:extLst>
                <a:ext uri="{FF2B5EF4-FFF2-40B4-BE49-F238E27FC236}">
                  <a16:creationId xmlns:a16="http://schemas.microsoft.com/office/drawing/2014/main" id="{9E257270-C01E-31F1-731C-90A876DEF98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5400000">
              <a:off x="3845259" y="6208021"/>
              <a:ext cx="698400" cy="720000"/>
            </a:xfrm>
            <a:prstGeom prst="rect">
              <a:avLst/>
            </a:prstGeom>
          </p:spPr>
        </p:pic>
      </p:grpSp>
      <p:sp>
        <p:nvSpPr>
          <p:cNvPr id="1080" name="右大括号 1079">
            <a:extLst>
              <a:ext uri="{FF2B5EF4-FFF2-40B4-BE49-F238E27FC236}">
                <a16:creationId xmlns:a16="http://schemas.microsoft.com/office/drawing/2014/main" id="{CCC55423-70A1-29D2-7088-9AC6088FC562}"/>
              </a:ext>
            </a:extLst>
          </p:cNvPr>
          <p:cNvSpPr/>
          <p:nvPr/>
        </p:nvSpPr>
        <p:spPr>
          <a:xfrm rot="16200000">
            <a:off x="14455667" y="14447880"/>
            <a:ext cx="215834" cy="1557426"/>
          </a:xfrm>
          <a:prstGeom prst="rightBrace">
            <a:avLst>
              <a:gd name="adj1" fmla="val 54005"/>
              <a:gd name="adj2" fmla="val 46292"/>
            </a:avLst>
          </a:prstGeom>
          <a:ln w="317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2" name="矩形: 圆角 1081">
            <a:extLst>
              <a:ext uri="{FF2B5EF4-FFF2-40B4-BE49-F238E27FC236}">
                <a16:creationId xmlns:a16="http://schemas.microsoft.com/office/drawing/2014/main" id="{E721152C-EC36-23CE-61E5-25563E783441}"/>
              </a:ext>
            </a:extLst>
          </p:cNvPr>
          <p:cNvSpPr/>
          <p:nvPr/>
        </p:nvSpPr>
        <p:spPr>
          <a:xfrm>
            <a:off x="13784871" y="14088165"/>
            <a:ext cx="7857120" cy="88474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Linear Projection Layer</a:t>
            </a:r>
          </a:p>
        </p:txBody>
      </p:sp>
      <p:cxnSp>
        <p:nvCxnSpPr>
          <p:cNvPr id="1083" name="直接箭头连接符 1082">
            <a:extLst>
              <a:ext uri="{FF2B5EF4-FFF2-40B4-BE49-F238E27FC236}">
                <a16:creationId xmlns:a16="http://schemas.microsoft.com/office/drawing/2014/main" id="{841737C1-3C11-39A0-9717-F0A209050175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 rot="16200000">
            <a:off x="16878620" y="13888066"/>
            <a:ext cx="400197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4" name="矩形: 圆角 1083">
            <a:extLst>
              <a:ext uri="{FF2B5EF4-FFF2-40B4-BE49-F238E27FC236}">
                <a16:creationId xmlns:a16="http://schemas.microsoft.com/office/drawing/2014/main" id="{5CE38BF0-11D8-3763-6329-5887C74A7043}"/>
              </a:ext>
            </a:extLst>
          </p:cNvPr>
          <p:cNvSpPr/>
          <p:nvPr/>
        </p:nvSpPr>
        <p:spPr>
          <a:xfrm>
            <a:off x="13784873" y="12803224"/>
            <a:ext cx="7857118" cy="88474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Transformer Encoder</a:t>
            </a:r>
          </a:p>
        </p:txBody>
      </p:sp>
      <p:cxnSp>
        <p:nvCxnSpPr>
          <p:cNvPr id="1085" name="直接箭头连接符 1084">
            <a:extLst>
              <a:ext uri="{FF2B5EF4-FFF2-40B4-BE49-F238E27FC236}">
                <a16:creationId xmlns:a16="http://schemas.microsoft.com/office/drawing/2014/main" id="{86831EBD-2296-2116-0301-A915B3877A9D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 rot="16200000">
            <a:off x="19921913" y="13911605"/>
            <a:ext cx="390904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7" name="矩形: 圆角 1086">
            <a:extLst>
              <a:ext uri="{FF2B5EF4-FFF2-40B4-BE49-F238E27FC236}">
                <a16:creationId xmlns:a16="http://schemas.microsoft.com/office/drawing/2014/main" id="{EDF5A517-C9C4-BAA6-0442-6E1611ABECD9}"/>
              </a:ext>
            </a:extLst>
          </p:cNvPr>
          <p:cNvSpPr/>
          <p:nvPr/>
        </p:nvSpPr>
        <p:spPr>
          <a:xfrm>
            <a:off x="13713138" y="11593306"/>
            <a:ext cx="7928853" cy="707886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88" name="组合 1087">
            <a:extLst>
              <a:ext uri="{FF2B5EF4-FFF2-40B4-BE49-F238E27FC236}">
                <a16:creationId xmlns:a16="http://schemas.microsoft.com/office/drawing/2014/main" id="{C83DFFC2-DEDF-1096-F53A-E8F5DCBCC998}"/>
              </a:ext>
            </a:extLst>
          </p:cNvPr>
          <p:cNvGrpSpPr/>
          <p:nvPr/>
        </p:nvGrpSpPr>
        <p:grpSpPr>
          <a:xfrm>
            <a:off x="16293801" y="11643756"/>
            <a:ext cx="1625023" cy="576849"/>
            <a:chOff x="5582691" y="4762618"/>
            <a:chExt cx="1621006" cy="576849"/>
          </a:xfrm>
        </p:grpSpPr>
        <p:sp>
          <p:nvSpPr>
            <p:cNvPr id="1091" name="矩形: 圆角 1090">
              <a:extLst>
                <a:ext uri="{FF2B5EF4-FFF2-40B4-BE49-F238E27FC236}">
                  <a16:creationId xmlns:a16="http://schemas.microsoft.com/office/drawing/2014/main" id="{52A0604D-F8FA-2483-6790-F5C9FC96809B}"/>
                </a:ext>
              </a:extLst>
            </p:cNvPr>
            <p:cNvSpPr/>
            <p:nvPr/>
          </p:nvSpPr>
          <p:spPr>
            <a:xfrm>
              <a:off x="5582691" y="4762619"/>
              <a:ext cx="354459" cy="576848"/>
            </a:xfrm>
            <a:prstGeom prst="roundRect">
              <a:avLst>
                <a:gd name="adj" fmla="val 32667"/>
              </a:avLst>
            </a:prstGeom>
            <a:solidFill>
              <a:srgbClr val="DEEBF7"/>
            </a:solidFill>
            <a:ln w="19050">
              <a:solidFill>
                <a:srgbClr val="1F4E7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2" name="矩形: 圆角 1091">
              <a:extLst>
                <a:ext uri="{FF2B5EF4-FFF2-40B4-BE49-F238E27FC236}">
                  <a16:creationId xmlns:a16="http://schemas.microsoft.com/office/drawing/2014/main" id="{A5398E58-0D91-9821-1913-AF13B9ACFC7C}"/>
                </a:ext>
              </a:extLst>
            </p:cNvPr>
            <p:cNvSpPr/>
            <p:nvPr/>
          </p:nvSpPr>
          <p:spPr>
            <a:xfrm>
              <a:off x="6218710" y="4762619"/>
              <a:ext cx="354459" cy="576848"/>
            </a:xfrm>
            <a:prstGeom prst="roundRect">
              <a:avLst>
                <a:gd name="adj" fmla="val 3266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5" name="矩形: 圆角 1094">
              <a:extLst>
                <a:ext uri="{FF2B5EF4-FFF2-40B4-BE49-F238E27FC236}">
                  <a16:creationId xmlns:a16="http://schemas.microsoft.com/office/drawing/2014/main" id="{F3A870D1-37B2-947F-05EF-BBAE01BEC21F}"/>
                </a:ext>
              </a:extLst>
            </p:cNvPr>
            <p:cNvSpPr/>
            <p:nvPr/>
          </p:nvSpPr>
          <p:spPr>
            <a:xfrm>
              <a:off x="6849238" y="4762618"/>
              <a:ext cx="354459" cy="576848"/>
            </a:xfrm>
            <a:prstGeom prst="roundRect">
              <a:avLst>
                <a:gd name="adj" fmla="val 32667"/>
              </a:avLst>
            </a:prstGeom>
            <a:solidFill>
              <a:srgbClr val="DEEBF7"/>
            </a:solidFill>
            <a:ln w="19050">
              <a:solidFill>
                <a:srgbClr val="1F4E7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96" name="矩形: 圆角 1095">
            <a:extLst>
              <a:ext uri="{FF2B5EF4-FFF2-40B4-BE49-F238E27FC236}">
                <a16:creationId xmlns:a16="http://schemas.microsoft.com/office/drawing/2014/main" id="{5ABE3C51-8ED8-E6CF-9C39-EB4704FA28C2}"/>
              </a:ext>
            </a:extLst>
          </p:cNvPr>
          <p:cNvSpPr/>
          <p:nvPr/>
        </p:nvSpPr>
        <p:spPr>
          <a:xfrm rot="16200000">
            <a:off x="14311514" y="15599265"/>
            <a:ext cx="576175" cy="206037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1" name="文本框 1100">
            <a:extLst>
              <a:ext uri="{FF2B5EF4-FFF2-40B4-BE49-F238E27FC236}">
                <a16:creationId xmlns:a16="http://schemas.microsoft.com/office/drawing/2014/main" id="{D229FD30-EA77-A897-BE0D-D32A00ECC519}"/>
              </a:ext>
            </a:extLst>
          </p:cNvPr>
          <p:cNvSpPr txBox="1"/>
          <p:nvPr/>
        </p:nvSpPr>
        <p:spPr>
          <a:xfrm rot="16200000">
            <a:off x="14317361" y="15626828"/>
            <a:ext cx="615553" cy="20009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region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2" name="直接箭头连接符 1101">
            <a:extLst>
              <a:ext uri="{FF2B5EF4-FFF2-40B4-BE49-F238E27FC236}">
                <a16:creationId xmlns:a16="http://schemas.microsoft.com/office/drawing/2014/main" id="{83D9E230-91A3-090A-8DB3-F7D368C3E0E8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 rot="16200000" flipV="1">
            <a:off x="14325487" y="13871440"/>
            <a:ext cx="390905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814CE768-5DB2-AF6E-B8A1-4733793A4175}"/>
              </a:ext>
            </a:extLst>
          </p:cNvPr>
          <p:cNvGrpSpPr/>
          <p:nvPr/>
        </p:nvGrpSpPr>
        <p:grpSpPr>
          <a:xfrm>
            <a:off x="19360120" y="11648720"/>
            <a:ext cx="2214490" cy="576854"/>
            <a:chOff x="4927471" y="4762618"/>
            <a:chExt cx="2209018" cy="57685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104" name="矩形: 圆角 1103">
              <a:extLst>
                <a:ext uri="{FF2B5EF4-FFF2-40B4-BE49-F238E27FC236}">
                  <a16:creationId xmlns:a16="http://schemas.microsoft.com/office/drawing/2014/main" id="{6524B7CC-B4B8-8528-333F-A76F01E35E7F}"/>
                </a:ext>
              </a:extLst>
            </p:cNvPr>
            <p:cNvSpPr/>
            <p:nvPr/>
          </p:nvSpPr>
          <p:spPr>
            <a:xfrm>
              <a:off x="4927471" y="4762621"/>
              <a:ext cx="354459" cy="576848"/>
            </a:xfrm>
            <a:prstGeom prst="roundRect">
              <a:avLst>
                <a:gd name="adj" fmla="val 32667"/>
              </a:avLst>
            </a:prstGeom>
            <a:grpFill/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5" name="矩形: 圆角 1104">
              <a:extLst>
                <a:ext uri="{FF2B5EF4-FFF2-40B4-BE49-F238E27FC236}">
                  <a16:creationId xmlns:a16="http://schemas.microsoft.com/office/drawing/2014/main" id="{8E75AFC4-C1CD-ABBC-3CD7-7BB0FCE5093D}"/>
                </a:ext>
              </a:extLst>
            </p:cNvPr>
            <p:cNvSpPr/>
            <p:nvPr/>
          </p:nvSpPr>
          <p:spPr>
            <a:xfrm>
              <a:off x="5563488" y="4762618"/>
              <a:ext cx="354459" cy="576848"/>
            </a:xfrm>
            <a:prstGeom prst="roundRect">
              <a:avLst>
                <a:gd name="adj" fmla="val 32667"/>
              </a:avLst>
            </a:prstGeom>
            <a:grpFill/>
            <a:ln w="19050">
              <a:solidFill>
                <a:srgbClr val="1F4E7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6" name="矩形: 圆角 1105">
              <a:extLst>
                <a:ext uri="{FF2B5EF4-FFF2-40B4-BE49-F238E27FC236}">
                  <a16:creationId xmlns:a16="http://schemas.microsoft.com/office/drawing/2014/main" id="{85726D2F-CD28-4345-25A1-8878ECB37E4C}"/>
                </a:ext>
              </a:extLst>
            </p:cNvPr>
            <p:cNvSpPr/>
            <p:nvPr/>
          </p:nvSpPr>
          <p:spPr>
            <a:xfrm>
              <a:off x="6228311" y="4762618"/>
              <a:ext cx="354459" cy="576848"/>
            </a:xfrm>
            <a:prstGeom prst="roundRect">
              <a:avLst>
                <a:gd name="adj" fmla="val 32667"/>
              </a:avLst>
            </a:prstGeom>
            <a:grpFill/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7" name="矩形: 圆角 1106">
              <a:extLst>
                <a:ext uri="{FF2B5EF4-FFF2-40B4-BE49-F238E27FC236}">
                  <a16:creationId xmlns:a16="http://schemas.microsoft.com/office/drawing/2014/main" id="{40B1584F-1B7A-56A6-E4BB-08592E7995BF}"/>
                </a:ext>
              </a:extLst>
            </p:cNvPr>
            <p:cNvSpPr/>
            <p:nvPr/>
          </p:nvSpPr>
          <p:spPr>
            <a:xfrm>
              <a:off x="6782030" y="4762624"/>
              <a:ext cx="354459" cy="576848"/>
            </a:xfrm>
            <a:prstGeom prst="roundRect">
              <a:avLst>
                <a:gd name="adj" fmla="val 32667"/>
              </a:avLst>
            </a:prstGeom>
            <a:grpFill/>
            <a:ln w="19050">
              <a:solidFill>
                <a:srgbClr val="1F4E7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08" name="组合 1107">
            <a:extLst>
              <a:ext uri="{FF2B5EF4-FFF2-40B4-BE49-F238E27FC236}">
                <a16:creationId xmlns:a16="http://schemas.microsoft.com/office/drawing/2014/main" id="{3FB8200F-8C5B-AF59-D771-B9092C429352}"/>
              </a:ext>
            </a:extLst>
          </p:cNvPr>
          <p:cNvGrpSpPr/>
          <p:nvPr/>
        </p:nvGrpSpPr>
        <p:grpSpPr>
          <a:xfrm rot="16200000">
            <a:off x="14309800" y="11534590"/>
            <a:ext cx="576849" cy="805122"/>
            <a:chOff x="7029935" y="2415021"/>
            <a:chExt cx="576849" cy="805122"/>
          </a:xfrm>
        </p:grpSpPr>
        <p:sp>
          <p:nvSpPr>
            <p:cNvPr id="1109" name="矩形: 圆角 1108">
              <a:extLst>
                <a:ext uri="{FF2B5EF4-FFF2-40B4-BE49-F238E27FC236}">
                  <a16:creationId xmlns:a16="http://schemas.microsoft.com/office/drawing/2014/main" id="{428D9ADF-04F4-F291-366C-C3E0B744F69B}"/>
                </a:ext>
              </a:extLst>
            </p:cNvPr>
            <p:cNvSpPr/>
            <p:nvPr/>
          </p:nvSpPr>
          <p:spPr>
            <a:xfrm rot="5400000">
              <a:off x="7156333" y="2769694"/>
              <a:ext cx="324051" cy="576848"/>
            </a:xfrm>
            <a:prstGeom prst="roundRect">
              <a:avLst>
                <a:gd name="adj" fmla="val 32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0" name="矩形: 圆角 1109">
              <a:extLst>
                <a:ext uri="{FF2B5EF4-FFF2-40B4-BE49-F238E27FC236}">
                  <a16:creationId xmlns:a16="http://schemas.microsoft.com/office/drawing/2014/main" id="{612C7918-33B1-CA74-7445-B1084B411DE8}"/>
                </a:ext>
              </a:extLst>
            </p:cNvPr>
            <p:cNvSpPr/>
            <p:nvPr/>
          </p:nvSpPr>
          <p:spPr>
            <a:xfrm rot="5400000">
              <a:off x="7156334" y="2288623"/>
              <a:ext cx="324051" cy="576848"/>
            </a:xfrm>
            <a:prstGeom prst="roundRect">
              <a:avLst>
                <a:gd name="adj" fmla="val 32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11" name="箭头: 右 1110">
            <a:extLst>
              <a:ext uri="{FF2B5EF4-FFF2-40B4-BE49-F238E27FC236}">
                <a16:creationId xmlns:a16="http://schemas.microsoft.com/office/drawing/2014/main" id="{1F1701CA-5875-5309-9655-76484ECD2625}"/>
              </a:ext>
            </a:extLst>
          </p:cNvPr>
          <p:cNvSpPr/>
          <p:nvPr/>
        </p:nvSpPr>
        <p:spPr>
          <a:xfrm rot="16200000">
            <a:off x="17364479" y="12325771"/>
            <a:ext cx="423394" cy="41738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2" name="矩形: 圆角 1111">
            <a:extLst>
              <a:ext uri="{FF2B5EF4-FFF2-40B4-BE49-F238E27FC236}">
                <a16:creationId xmlns:a16="http://schemas.microsoft.com/office/drawing/2014/main" id="{BA72FB91-8F2F-2B73-F22E-7E542DF356CD}"/>
              </a:ext>
            </a:extLst>
          </p:cNvPr>
          <p:cNvSpPr/>
          <p:nvPr/>
        </p:nvSpPr>
        <p:spPr>
          <a:xfrm>
            <a:off x="13784871" y="9350747"/>
            <a:ext cx="7857118" cy="88474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Transformer Encoder (Candidate Elimination)</a:t>
            </a:r>
          </a:p>
        </p:txBody>
      </p:sp>
      <p:sp>
        <p:nvSpPr>
          <p:cNvPr id="1113" name="矩形: 圆角 1112">
            <a:extLst>
              <a:ext uri="{FF2B5EF4-FFF2-40B4-BE49-F238E27FC236}">
                <a16:creationId xmlns:a16="http://schemas.microsoft.com/office/drawing/2014/main" id="{2B604E14-6060-86EA-9712-6DCC002E0936}"/>
              </a:ext>
            </a:extLst>
          </p:cNvPr>
          <p:cNvSpPr/>
          <p:nvPr/>
        </p:nvSpPr>
        <p:spPr>
          <a:xfrm>
            <a:off x="13713136" y="8140829"/>
            <a:ext cx="7928853" cy="707886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14" name="组合 1113">
            <a:extLst>
              <a:ext uri="{FF2B5EF4-FFF2-40B4-BE49-F238E27FC236}">
                <a16:creationId xmlns:a16="http://schemas.microsoft.com/office/drawing/2014/main" id="{9D6DC821-A477-5C3E-5E82-22DB33689FCF}"/>
              </a:ext>
            </a:extLst>
          </p:cNvPr>
          <p:cNvGrpSpPr/>
          <p:nvPr/>
        </p:nvGrpSpPr>
        <p:grpSpPr>
          <a:xfrm>
            <a:off x="16293799" y="8191279"/>
            <a:ext cx="1625023" cy="576849"/>
            <a:chOff x="5582691" y="4762618"/>
            <a:chExt cx="1621006" cy="576849"/>
          </a:xfrm>
        </p:grpSpPr>
        <p:sp>
          <p:nvSpPr>
            <p:cNvPr id="1115" name="矩形: 圆角 1114">
              <a:extLst>
                <a:ext uri="{FF2B5EF4-FFF2-40B4-BE49-F238E27FC236}">
                  <a16:creationId xmlns:a16="http://schemas.microsoft.com/office/drawing/2014/main" id="{05B7300C-2BF9-ABE5-4A5F-CFB749375B64}"/>
                </a:ext>
              </a:extLst>
            </p:cNvPr>
            <p:cNvSpPr/>
            <p:nvPr/>
          </p:nvSpPr>
          <p:spPr>
            <a:xfrm>
              <a:off x="5582691" y="4762619"/>
              <a:ext cx="354459" cy="576848"/>
            </a:xfrm>
            <a:prstGeom prst="roundRect">
              <a:avLst>
                <a:gd name="adj" fmla="val 32667"/>
              </a:avLst>
            </a:prstGeom>
            <a:solidFill>
              <a:srgbClr val="DEEBF7"/>
            </a:solidFill>
            <a:ln w="19050">
              <a:solidFill>
                <a:srgbClr val="1F4E7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6" name="矩形: 圆角 1115">
              <a:extLst>
                <a:ext uri="{FF2B5EF4-FFF2-40B4-BE49-F238E27FC236}">
                  <a16:creationId xmlns:a16="http://schemas.microsoft.com/office/drawing/2014/main" id="{A0B0B55C-F21A-2BB0-0AAD-08305639295E}"/>
                </a:ext>
              </a:extLst>
            </p:cNvPr>
            <p:cNvSpPr/>
            <p:nvPr/>
          </p:nvSpPr>
          <p:spPr>
            <a:xfrm>
              <a:off x="6218710" y="4762619"/>
              <a:ext cx="354459" cy="576848"/>
            </a:xfrm>
            <a:prstGeom prst="roundRect">
              <a:avLst>
                <a:gd name="adj" fmla="val 3266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7" name="矩形: 圆角 1116">
              <a:extLst>
                <a:ext uri="{FF2B5EF4-FFF2-40B4-BE49-F238E27FC236}">
                  <a16:creationId xmlns:a16="http://schemas.microsoft.com/office/drawing/2014/main" id="{838894F8-B215-320D-B79B-D6576DC86F97}"/>
                </a:ext>
              </a:extLst>
            </p:cNvPr>
            <p:cNvSpPr/>
            <p:nvPr/>
          </p:nvSpPr>
          <p:spPr>
            <a:xfrm>
              <a:off x="6849238" y="4762618"/>
              <a:ext cx="354459" cy="576848"/>
            </a:xfrm>
            <a:prstGeom prst="roundRect">
              <a:avLst>
                <a:gd name="adj" fmla="val 32667"/>
              </a:avLst>
            </a:prstGeom>
            <a:solidFill>
              <a:srgbClr val="DEEBF7"/>
            </a:solidFill>
            <a:ln w="19050">
              <a:solidFill>
                <a:srgbClr val="1F4E7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18" name="组合 1117">
            <a:extLst>
              <a:ext uri="{FF2B5EF4-FFF2-40B4-BE49-F238E27FC236}">
                <a16:creationId xmlns:a16="http://schemas.microsoft.com/office/drawing/2014/main" id="{9F302D21-1C9F-F9DF-DF49-2254A35B6403}"/>
              </a:ext>
            </a:extLst>
          </p:cNvPr>
          <p:cNvGrpSpPr/>
          <p:nvPr/>
        </p:nvGrpSpPr>
        <p:grpSpPr>
          <a:xfrm>
            <a:off x="19360118" y="8196243"/>
            <a:ext cx="2214490" cy="576854"/>
            <a:chOff x="4927471" y="4762618"/>
            <a:chExt cx="2209018" cy="57685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119" name="矩形: 圆角 1118">
              <a:extLst>
                <a:ext uri="{FF2B5EF4-FFF2-40B4-BE49-F238E27FC236}">
                  <a16:creationId xmlns:a16="http://schemas.microsoft.com/office/drawing/2014/main" id="{B385F6EE-CD6A-5B50-B6BE-53DA6637B00A}"/>
                </a:ext>
              </a:extLst>
            </p:cNvPr>
            <p:cNvSpPr/>
            <p:nvPr/>
          </p:nvSpPr>
          <p:spPr>
            <a:xfrm>
              <a:off x="4927471" y="4762621"/>
              <a:ext cx="354459" cy="576848"/>
            </a:xfrm>
            <a:prstGeom prst="roundRect">
              <a:avLst>
                <a:gd name="adj" fmla="val 32667"/>
              </a:avLst>
            </a:prstGeom>
            <a:grpFill/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0" name="矩形: 圆角 1119">
              <a:extLst>
                <a:ext uri="{FF2B5EF4-FFF2-40B4-BE49-F238E27FC236}">
                  <a16:creationId xmlns:a16="http://schemas.microsoft.com/office/drawing/2014/main" id="{6DA22821-D37C-2B94-27E6-7A7DD508288B}"/>
                </a:ext>
              </a:extLst>
            </p:cNvPr>
            <p:cNvSpPr/>
            <p:nvPr/>
          </p:nvSpPr>
          <p:spPr>
            <a:xfrm>
              <a:off x="5563488" y="4762618"/>
              <a:ext cx="354459" cy="576848"/>
            </a:xfrm>
            <a:prstGeom prst="roundRect">
              <a:avLst>
                <a:gd name="adj" fmla="val 32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rgbClr val="1F4E7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1" name="矩形: 圆角 1120">
              <a:extLst>
                <a:ext uri="{FF2B5EF4-FFF2-40B4-BE49-F238E27FC236}">
                  <a16:creationId xmlns:a16="http://schemas.microsoft.com/office/drawing/2014/main" id="{A6ECBAC5-D385-B3D7-63A6-16CDD7B8ADE0}"/>
                </a:ext>
              </a:extLst>
            </p:cNvPr>
            <p:cNvSpPr/>
            <p:nvPr/>
          </p:nvSpPr>
          <p:spPr>
            <a:xfrm>
              <a:off x="6228311" y="4762618"/>
              <a:ext cx="354459" cy="576848"/>
            </a:xfrm>
            <a:prstGeom prst="roundRect">
              <a:avLst>
                <a:gd name="adj" fmla="val 32667"/>
              </a:avLst>
            </a:prstGeom>
            <a:solidFill>
              <a:schemeClr val="bg1"/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2" name="矩形: 圆角 1121">
              <a:extLst>
                <a:ext uri="{FF2B5EF4-FFF2-40B4-BE49-F238E27FC236}">
                  <a16:creationId xmlns:a16="http://schemas.microsoft.com/office/drawing/2014/main" id="{896EB7E0-FDF8-9846-99CB-D2CDB2C7FEDB}"/>
                </a:ext>
              </a:extLst>
            </p:cNvPr>
            <p:cNvSpPr/>
            <p:nvPr/>
          </p:nvSpPr>
          <p:spPr>
            <a:xfrm>
              <a:off x="6782030" y="4762624"/>
              <a:ext cx="354459" cy="576848"/>
            </a:xfrm>
            <a:prstGeom prst="roundRect">
              <a:avLst>
                <a:gd name="adj" fmla="val 32667"/>
              </a:avLst>
            </a:prstGeom>
            <a:solidFill>
              <a:schemeClr val="bg1"/>
            </a:solidFill>
            <a:ln w="19050">
              <a:solidFill>
                <a:srgbClr val="1F4E79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23" name="组合 1122">
            <a:extLst>
              <a:ext uri="{FF2B5EF4-FFF2-40B4-BE49-F238E27FC236}">
                <a16:creationId xmlns:a16="http://schemas.microsoft.com/office/drawing/2014/main" id="{51033D0F-EBD4-1DE5-1AF2-FF97B0D044CF}"/>
              </a:ext>
            </a:extLst>
          </p:cNvPr>
          <p:cNvGrpSpPr/>
          <p:nvPr/>
        </p:nvGrpSpPr>
        <p:grpSpPr>
          <a:xfrm rot="16200000">
            <a:off x="14309798" y="8082113"/>
            <a:ext cx="576849" cy="805122"/>
            <a:chOff x="7029935" y="2415021"/>
            <a:chExt cx="576849" cy="805122"/>
          </a:xfrm>
        </p:grpSpPr>
        <p:sp>
          <p:nvSpPr>
            <p:cNvPr id="1124" name="矩形: 圆角 1123">
              <a:extLst>
                <a:ext uri="{FF2B5EF4-FFF2-40B4-BE49-F238E27FC236}">
                  <a16:creationId xmlns:a16="http://schemas.microsoft.com/office/drawing/2014/main" id="{B1A1C928-78AD-25F7-D71E-1C18D8CEB960}"/>
                </a:ext>
              </a:extLst>
            </p:cNvPr>
            <p:cNvSpPr/>
            <p:nvPr/>
          </p:nvSpPr>
          <p:spPr>
            <a:xfrm rot="5400000">
              <a:off x="7156333" y="2769694"/>
              <a:ext cx="324051" cy="576848"/>
            </a:xfrm>
            <a:prstGeom prst="roundRect">
              <a:avLst>
                <a:gd name="adj" fmla="val 32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5" name="矩形: 圆角 1124">
              <a:extLst>
                <a:ext uri="{FF2B5EF4-FFF2-40B4-BE49-F238E27FC236}">
                  <a16:creationId xmlns:a16="http://schemas.microsoft.com/office/drawing/2014/main" id="{FD8AD790-A4D2-BADF-1FFD-B04584136691}"/>
                </a:ext>
              </a:extLst>
            </p:cNvPr>
            <p:cNvSpPr/>
            <p:nvPr/>
          </p:nvSpPr>
          <p:spPr>
            <a:xfrm rot="5400000">
              <a:off x="7156334" y="2288623"/>
              <a:ext cx="324051" cy="576848"/>
            </a:xfrm>
            <a:prstGeom prst="roundRect">
              <a:avLst>
                <a:gd name="adj" fmla="val 32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26" name="箭头: 右 1125">
            <a:extLst>
              <a:ext uri="{FF2B5EF4-FFF2-40B4-BE49-F238E27FC236}">
                <a16:creationId xmlns:a16="http://schemas.microsoft.com/office/drawing/2014/main" id="{8C142C92-E467-D04F-F299-10787F689082}"/>
              </a:ext>
            </a:extLst>
          </p:cNvPr>
          <p:cNvSpPr/>
          <p:nvPr/>
        </p:nvSpPr>
        <p:spPr>
          <a:xfrm rot="16200000">
            <a:off x="17364477" y="8873294"/>
            <a:ext cx="423394" cy="41738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7" name="文本框 1126">
            <a:extLst>
              <a:ext uri="{FF2B5EF4-FFF2-40B4-BE49-F238E27FC236}">
                <a16:creationId xmlns:a16="http://schemas.microsoft.com/office/drawing/2014/main" id="{B9F22227-DFAC-659C-5303-3E96097F6DA4}"/>
              </a:ext>
            </a:extLst>
          </p:cNvPr>
          <p:cNvSpPr txBox="1"/>
          <p:nvPr/>
        </p:nvSpPr>
        <p:spPr>
          <a:xfrm rot="16200000">
            <a:off x="16393918" y="10286887"/>
            <a:ext cx="176382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8000" dirty="0"/>
              <a:t>...</a:t>
            </a:r>
            <a:endParaRPr lang="zh-CN" altLang="en-US" sz="8000" dirty="0"/>
          </a:p>
        </p:txBody>
      </p:sp>
      <p:sp>
        <p:nvSpPr>
          <p:cNvPr id="1128" name="箭头: 右 1127">
            <a:extLst>
              <a:ext uri="{FF2B5EF4-FFF2-40B4-BE49-F238E27FC236}">
                <a16:creationId xmlns:a16="http://schemas.microsoft.com/office/drawing/2014/main" id="{B219505A-2BA9-782C-D091-7791C977C00A}"/>
              </a:ext>
            </a:extLst>
          </p:cNvPr>
          <p:cNvSpPr/>
          <p:nvPr/>
        </p:nvSpPr>
        <p:spPr>
          <a:xfrm rot="16200000">
            <a:off x="17386861" y="7709896"/>
            <a:ext cx="423394" cy="41738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29" name="图片 1128">
            <a:extLst>
              <a:ext uri="{FF2B5EF4-FFF2-40B4-BE49-F238E27FC236}">
                <a16:creationId xmlns:a16="http://schemas.microsoft.com/office/drawing/2014/main" id="{1D5577A2-1DB2-22A3-18CB-857CF65C02C0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5955" y="4521613"/>
            <a:ext cx="1620000" cy="1587544"/>
          </a:xfrm>
          <a:prstGeom prst="rec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</p:pic>
      <p:sp>
        <p:nvSpPr>
          <p:cNvPr id="1130" name="矩形 1129">
            <a:extLst>
              <a:ext uri="{FF2B5EF4-FFF2-40B4-BE49-F238E27FC236}">
                <a16:creationId xmlns:a16="http://schemas.microsoft.com/office/drawing/2014/main" id="{04628687-2570-B260-D845-22F4579F3DC7}"/>
              </a:ext>
            </a:extLst>
          </p:cNvPr>
          <p:cNvSpPr/>
          <p:nvPr/>
        </p:nvSpPr>
        <p:spPr>
          <a:xfrm rot="5400000">
            <a:off x="17551441" y="5149496"/>
            <a:ext cx="200902" cy="5295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1" name="矩形: 圆角 1130">
            <a:extLst>
              <a:ext uri="{FF2B5EF4-FFF2-40B4-BE49-F238E27FC236}">
                <a16:creationId xmlns:a16="http://schemas.microsoft.com/office/drawing/2014/main" id="{BFEE73BB-8795-5AC4-F9FA-71F9E0E4045B}"/>
              </a:ext>
            </a:extLst>
          </p:cNvPr>
          <p:cNvSpPr/>
          <p:nvPr/>
        </p:nvSpPr>
        <p:spPr>
          <a:xfrm>
            <a:off x="16310662" y="6786444"/>
            <a:ext cx="2610543" cy="88474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Prediction Head</a:t>
            </a:r>
          </a:p>
        </p:txBody>
      </p:sp>
      <p:sp>
        <p:nvSpPr>
          <p:cNvPr id="1132" name="箭头: 右 1131">
            <a:extLst>
              <a:ext uri="{FF2B5EF4-FFF2-40B4-BE49-F238E27FC236}">
                <a16:creationId xmlns:a16="http://schemas.microsoft.com/office/drawing/2014/main" id="{1084D154-D1E8-BD0B-F791-1B5BF7071B78}"/>
              </a:ext>
            </a:extLst>
          </p:cNvPr>
          <p:cNvSpPr/>
          <p:nvPr/>
        </p:nvSpPr>
        <p:spPr>
          <a:xfrm rot="16200000">
            <a:off x="17386860" y="6133510"/>
            <a:ext cx="423394" cy="41738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53" name="组合 1152">
            <a:extLst>
              <a:ext uri="{FF2B5EF4-FFF2-40B4-BE49-F238E27FC236}">
                <a16:creationId xmlns:a16="http://schemas.microsoft.com/office/drawing/2014/main" id="{031981EF-7C21-356D-A8C7-F7ADE17C2F6D}"/>
              </a:ext>
            </a:extLst>
          </p:cNvPr>
          <p:cNvGrpSpPr/>
          <p:nvPr/>
        </p:nvGrpSpPr>
        <p:grpSpPr>
          <a:xfrm rot="16200000">
            <a:off x="8964643" y="6924433"/>
            <a:ext cx="707886" cy="1097412"/>
            <a:chOff x="11430096" y="8508733"/>
            <a:chExt cx="707886" cy="1097412"/>
          </a:xfrm>
        </p:grpSpPr>
        <p:sp>
          <p:nvSpPr>
            <p:cNvPr id="1146" name="矩形: 圆角 1145">
              <a:extLst>
                <a:ext uri="{FF2B5EF4-FFF2-40B4-BE49-F238E27FC236}">
                  <a16:creationId xmlns:a16="http://schemas.microsoft.com/office/drawing/2014/main" id="{2B75DBD5-0C4C-6F21-378C-6B811D9D7CA1}"/>
                </a:ext>
              </a:extLst>
            </p:cNvPr>
            <p:cNvSpPr/>
            <p:nvPr/>
          </p:nvSpPr>
          <p:spPr>
            <a:xfrm rot="5400000">
              <a:off x="11235333" y="8703496"/>
              <a:ext cx="1097412" cy="707886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1" name="矩形: 圆角 1150">
              <a:extLst>
                <a:ext uri="{FF2B5EF4-FFF2-40B4-BE49-F238E27FC236}">
                  <a16:creationId xmlns:a16="http://schemas.microsoft.com/office/drawing/2014/main" id="{3314D265-22E5-8968-C019-BFDA1B11E295}"/>
                </a:ext>
              </a:extLst>
            </p:cNvPr>
            <p:cNvSpPr/>
            <p:nvPr/>
          </p:nvSpPr>
          <p:spPr>
            <a:xfrm rot="5400000">
              <a:off x="11612593" y="8518101"/>
              <a:ext cx="355337" cy="576848"/>
            </a:xfrm>
            <a:prstGeom prst="roundRect">
              <a:avLst>
                <a:gd name="adj" fmla="val 32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2" name="矩形: 圆角 1151">
              <a:extLst>
                <a:ext uri="{FF2B5EF4-FFF2-40B4-BE49-F238E27FC236}">
                  <a16:creationId xmlns:a16="http://schemas.microsoft.com/office/drawing/2014/main" id="{ECBA097F-C8CE-CD17-3AA7-592B9C91736B}"/>
                </a:ext>
              </a:extLst>
            </p:cNvPr>
            <p:cNvSpPr/>
            <p:nvPr/>
          </p:nvSpPr>
          <p:spPr>
            <a:xfrm rot="5400000">
              <a:off x="11612593" y="9012136"/>
              <a:ext cx="355337" cy="576848"/>
            </a:xfrm>
            <a:prstGeom prst="roundRect">
              <a:avLst>
                <a:gd name="adj" fmla="val 32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154" name="直接箭头连接符 1153">
            <a:extLst>
              <a:ext uri="{FF2B5EF4-FFF2-40B4-BE49-F238E27FC236}">
                <a16:creationId xmlns:a16="http://schemas.microsoft.com/office/drawing/2014/main" id="{40674B4F-611D-EAAB-EE82-9C82B8E33CDF}"/>
              </a:ext>
            </a:extLst>
          </p:cNvPr>
          <p:cNvCxnSpPr>
            <a:cxnSpLocks/>
          </p:cNvCxnSpPr>
          <p:nvPr/>
        </p:nvCxnSpPr>
        <p:spPr>
          <a:xfrm rot="16200000">
            <a:off x="8253374" y="7695062"/>
            <a:ext cx="490489" cy="692853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prstDash val="sys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BBE9E3C-2C40-091C-1179-A37D15A6884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866578" y="7820220"/>
            <a:ext cx="464808" cy="463379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prstDash val="sysDash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5" name="直接箭头连接符 1075">
            <a:extLst>
              <a:ext uri="{FF2B5EF4-FFF2-40B4-BE49-F238E27FC236}">
                <a16:creationId xmlns:a16="http://schemas.microsoft.com/office/drawing/2014/main" id="{DB522252-4528-1186-01F2-8B8945AB47E2}"/>
              </a:ext>
            </a:extLst>
          </p:cNvPr>
          <p:cNvCxnSpPr>
            <a:cxnSpLocks/>
            <a:stCxn id="1146" idx="3"/>
            <a:endCxn id="1179" idx="2"/>
          </p:cNvCxnSpPr>
          <p:nvPr>
            <p:custDataLst>
              <p:tags r:id="rId8"/>
            </p:custDataLst>
          </p:nvPr>
        </p:nvCxnSpPr>
        <p:spPr>
          <a:xfrm>
            <a:off x="9867292" y="7473139"/>
            <a:ext cx="5748876" cy="4832085"/>
          </a:xfrm>
          <a:prstGeom prst="bentConnector4">
            <a:avLst>
              <a:gd name="adj1" fmla="val 42080"/>
              <a:gd name="adj2" fmla="val 104731"/>
            </a:avLst>
          </a:prstGeom>
          <a:ln w="38100"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78" name="组合 1177">
            <a:extLst>
              <a:ext uri="{FF2B5EF4-FFF2-40B4-BE49-F238E27FC236}">
                <a16:creationId xmlns:a16="http://schemas.microsoft.com/office/drawing/2014/main" id="{9444D53E-0F4B-FF8B-E13B-52A02A1B00C8}"/>
              </a:ext>
            </a:extLst>
          </p:cNvPr>
          <p:cNvGrpSpPr/>
          <p:nvPr/>
        </p:nvGrpSpPr>
        <p:grpSpPr>
          <a:xfrm rot="16200000">
            <a:off x="15262225" y="11402575"/>
            <a:ext cx="707886" cy="1097412"/>
            <a:chOff x="11430096" y="8508733"/>
            <a:chExt cx="707886" cy="1097412"/>
          </a:xfrm>
        </p:grpSpPr>
        <p:sp>
          <p:nvSpPr>
            <p:cNvPr id="1179" name="矩形: 圆角 1178">
              <a:extLst>
                <a:ext uri="{FF2B5EF4-FFF2-40B4-BE49-F238E27FC236}">
                  <a16:creationId xmlns:a16="http://schemas.microsoft.com/office/drawing/2014/main" id="{3833550F-0DA2-6FB5-ECC1-AD930E763356}"/>
                </a:ext>
              </a:extLst>
            </p:cNvPr>
            <p:cNvSpPr/>
            <p:nvPr/>
          </p:nvSpPr>
          <p:spPr>
            <a:xfrm rot="5400000">
              <a:off x="11235333" y="8703496"/>
              <a:ext cx="1097412" cy="707886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0" name="矩形: 圆角 1179">
              <a:extLst>
                <a:ext uri="{FF2B5EF4-FFF2-40B4-BE49-F238E27FC236}">
                  <a16:creationId xmlns:a16="http://schemas.microsoft.com/office/drawing/2014/main" id="{B286455B-D577-4350-7000-44A2ECA3AF10}"/>
                </a:ext>
              </a:extLst>
            </p:cNvPr>
            <p:cNvSpPr/>
            <p:nvPr/>
          </p:nvSpPr>
          <p:spPr>
            <a:xfrm rot="5400000">
              <a:off x="11612593" y="8518101"/>
              <a:ext cx="355337" cy="576848"/>
            </a:xfrm>
            <a:prstGeom prst="roundRect">
              <a:avLst>
                <a:gd name="adj" fmla="val 32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1" name="矩形: 圆角 1180">
              <a:extLst>
                <a:ext uri="{FF2B5EF4-FFF2-40B4-BE49-F238E27FC236}">
                  <a16:creationId xmlns:a16="http://schemas.microsoft.com/office/drawing/2014/main" id="{3EB01193-3C87-B3BF-D400-C1E8F2BACE55}"/>
                </a:ext>
              </a:extLst>
            </p:cNvPr>
            <p:cNvSpPr/>
            <p:nvPr/>
          </p:nvSpPr>
          <p:spPr>
            <a:xfrm rot="5400000">
              <a:off x="11612593" y="9012136"/>
              <a:ext cx="355337" cy="576848"/>
            </a:xfrm>
            <a:prstGeom prst="roundRect">
              <a:avLst>
                <a:gd name="adj" fmla="val 32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82" name="组合 1181">
            <a:extLst>
              <a:ext uri="{FF2B5EF4-FFF2-40B4-BE49-F238E27FC236}">
                <a16:creationId xmlns:a16="http://schemas.microsoft.com/office/drawing/2014/main" id="{016CB23A-9880-B799-75BF-B992FFB5BB87}"/>
              </a:ext>
            </a:extLst>
          </p:cNvPr>
          <p:cNvGrpSpPr/>
          <p:nvPr/>
        </p:nvGrpSpPr>
        <p:grpSpPr>
          <a:xfrm rot="16200000">
            <a:off x="15279250" y="7945151"/>
            <a:ext cx="707886" cy="1097412"/>
            <a:chOff x="11430096" y="8508733"/>
            <a:chExt cx="707886" cy="1097412"/>
          </a:xfrm>
        </p:grpSpPr>
        <p:sp>
          <p:nvSpPr>
            <p:cNvPr id="1183" name="矩形: 圆角 1182">
              <a:extLst>
                <a:ext uri="{FF2B5EF4-FFF2-40B4-BE49-F238E27FC236}">
                  <a16:creationId xmlns:a16="http://schemas.microsoft.com/office/drawing/2014/main" id="{7F49A31F-36E7-9A95-F0E5-7C904BCF2B30}"/>
                </a:ext>
              </a:extLst>
            </p:cNvPr>
            <p:cNvSpPr/>
            <p:nvPr/>
          </p:nvSpPr>
          <p:spPr>
            <a:xfrm rot="5400000">
              <a:off x="11235333" y="8703496"/>
              <a:ext cx="1097412" cy="707886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4" name="矩形: 圆角 1183">
              <a:extLst>
                <a:ext uri="{FF2B5EF4-FFF2-40B4-BE49-F238E27FC236}">
                  <a16:creationId xmlns:a16="http://schemas.microsoft.com/office/drawing/2014/main" id="{BE246925-B119-CDD0-04A0-CFC010F81875}"/>
                </a:ext>
              </a:extLst>
            </p:cNvPr>
            <p:cNvSpPr/>
            <p:nvPr/>
          </p:nvSpPr>
          <p:spPr>
            <a:xfrm rot="5400000">
              <a:off x="11612593" y="8518101"/>
              <a:ext cx="355337" cy="576848"/>
            </a:xfrm>
            <a:prstGeom prst="roundRect">
              <a:avLst>
                <a:gd name="adj" fmla="val 32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5" name="矩形: 圆角 1184">
              <a:extLst>
                <a:ext uri="{FF2B5EF4-FFF2-40B4-BE49-F238E27FC236}">
                  <a16:creationId xmlns:a16="http://schemas.microsoft.com/office/drawing/2014/main" id="{4D0DC540-E98C-E684-883B-13629DBE68F5}"/>
                </a:ext>
              </a:extLst>
            </p:cNvPr>
            <p:cNvSpPr/>
            <p:nvPr/>
          </p:nvSpPr>
          <p:spPr>
            <a:xfrm rot="5400000">
              <a:off x="11612593" y="9012136"/>
              <a:ext cx="355337" cy="576848"/>
            </a:xfrm>
            <a:prstGeom prst="roundRect">
              <a:avLst>
                <a:gd name="adj" fmla="val 32667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91" name="矩形: 圆角 1190">
            <a:extLst>
              <a:ext uri="{FF2B5EF4-FFF2-40B4-BE49-F238E27FC236}">
                <a16:creationId xmlns:a16="http://schemas.microsoft.com/office/drawing/2014/main" id="{CAFBFC24-2508-5BE6-E617-24AEBFA73D8B}"/>
              </a:ext>
            </a:extLst>
          </p:cNvPr>
          <p:cNvSpPr/>
          <p:nvPr/>
        </p:nvSpPr>
        <p:spPr>
          <a:xfrm>
            <a:off x="7740641" y="4739052"/>
            <a:ext cx="2824869" cy="1120844"/>
          </a:xfrm>
          <a:prstGeom prst="roundRect">
            <a:avLst>
              <a:gd name="adj" fmla="val 19257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Spatio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-Temporal Perception Module</a:t>
            </a:r>
          </a:p>
        </p:txBody>
      </p:sp>
      <p:sp>
        <p:nvSpPr>
          <p:cNvPr id="1193" name="矩形: 圆角 1192">
            <a:extLst>
              <a:ext uri="{FF2B5EF4-FFF2-40B4-BE49-F238E27FC236}">
                <a16:creationId xmlns:a16="http://schemas.microsoft.com/office/drawing/2014/main" id="{066AB7BA-3C3C-25C2-1306-E0AAB90A6469}"/>
              </a:ext>
            </a:extLst>
          </p:cNvPr>
          <p:cNvSpPr/>
          <p:nvPr/>
        </p:nvSpPr>
        <p:spPr>
          <a:xfrm>
            <a:off x="11251955" y="8286737"/>
            <a:ext cx="2073619" cy="2854743"/>
          </a:xfrm>
          <a:prstGeom prst="roundRect">
            <a:avLst>
              <a:gd name="adj" fmla="val 19257"/>
            </a:avLst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Cross-frame Feature Injection Module</a:t>
            </a:r>
          </a:p>
        </p:txBody>
      </p:sp>
    </p:spTree>
    <p:extLst>
      <p:ext uri="{BB962C8B-B14F-4D97-AF65-F5344CB8AC3E}">
        <p14:creationId xmlns:p14="http://schemas.microsoft.com/office/powerpoint/2010/main" val="32859060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RhNmUyYzQxMGJmYWZiZTBkOGNjNDhiNzE4MGZlMz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1921</TotalTime>
  <Words>46</Words>
  <Application>Microsoft Office PowerPoint</Application>
  <PresentationFormat>自定义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根文 房</dc:creator>
  <cp:lastModifiedBy>Windows User</cp:lastModifiedBy>
  <cp:revision>89</cp:revision>
  <dcterms:created xsi:type="dcterms:W3CDTF">2023-12-26T06:54:00Z</dcterms:created>
  <dcterms:modified xsi:type="dcterms:W3CDTF">2026-08-17T14:23:01Z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52D4667CDE9A422E8EC0004F48E99AE1_12</vt:lpwstr>
  </property>
  <property fmtid="{D5CDD505-2E9C-101B-9397-08002B2CF9AE}" pid="3" name="KSOProductBuildVer">
    <vt:lpwstr>2052-12.1.0.16729</vt:lpwstr>
  </property>
</Properties>
</file>